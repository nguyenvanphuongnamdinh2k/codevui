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8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Tài liệu .md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9FEA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trong dự án CodeVui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0116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kích hoạt · Nhiệm vụ của từng file · Ví dụ thực tế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737360" cy="8229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28+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EAF4"/>
                </a:solidFill>
              </a:rPr>
              <a:t>File 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200400"/>
            <a:ext cx="1737360" cy="8229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200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EAF4"/>
                </a:solidFill>
              </a:rPr>
              <a:t>Nhóm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1737360" cy="8229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200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EAF4"/>
                </a:solidFill>
              </a:rPr>
              <a:t>Agents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1737360" cy="8229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200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EAF4"/>
                </a:solidFill>
              </a:rPr>
              <a:t>Skills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4988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8D4"/>
                </a:solidFill>
              </a:rPr>
              <a:t>CodeVui · Hệ thống tài liệu nội bộ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Tổng quan cấu trúc file .md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5 nhóm chính, mỗi nhóm phục vụ một mục đích khác nhau trong vòng đời của mỗi task.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45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[DOC] Tài liệu gốc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1645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" y="1536192"/>
            <a:ext cx="1536192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36192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CLAUDE.md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" y="1920240"/>
            <a:ext cx="1536192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TASKS.md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" y="2304288"/>
            <a:ext cx="1536192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SKILLS.md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" y="2688336"/>
            <a:ext cx="1536192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88336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README.md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" y="3072384"/>
            <a:ext cx="1536192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7238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CLAUDE.local.md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1097280"/>
            <a:ext cx="1645920" cy="34747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[LIST] Rules (5 files)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1444752"/>
            <a:ext cx="1645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157984" y="1536192"/>
            <a:ext cx="1536192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1536192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workflow.md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57984" y="1920240"/>
            <a:ext cx="1536192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920240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kotlin-style.md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57984" y="2304288"/>
            <a:ext cx="1536192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304288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compose-style.md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57984" y="2688336"/>
            <a:ext cx="1536192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2688336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mvvm.md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57984" y="3072384"/>
            <a:ext cx="1536192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307238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file-operations.md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1097280"/>
            <a:ext cx="192024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[SKILL] Skills (9 files)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1444752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86784" y="1536192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15361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add-dialog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86784" y="1920240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192024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add-screen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86784" y="2304288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230428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add-file-operation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86784" y="2688336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268833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add-thumbnail-fetcher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86784" y="3072384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07238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logging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986784" y="3456432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345643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mediastore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86784" y="3840480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384048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updating-claude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986784" y="4224528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422452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task-tracking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986784" y="4608576"/>
            <a:ext cx="1810512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0" y="46085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auto-build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35040" y="1097280"/>
            <a:ext cx="19202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[AGENT] Agents (4 files)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35040" y="1444752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89904" y="1536192"/>
            <a:ext cx="1810512" cy="310896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15361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code-reviewer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89904" y="1920240"/>
            <a:ext cx="1810512" cy="310896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192024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build-verifier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89904" y="2304288"/>
            <a:ext cx="1810512" cy="310896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230428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>
                <a:solidFill>
                  <a:srgbClr val="0D1B4B"/>
                </a:solidFill>
              </a:rPr>
              <a:t>refactor-assistant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863840" y="1097280"/>
            <a:ext cx="1371600" cy="34747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[MEM] Memory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863840" y="1444752"/>
            <a:ext cx="1371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918704" y="1536192"/>
            <a:ext cx="1261872" cy="310896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5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55280" y="1536192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.claude/TASKS.md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918704" y="1920240"/>
            <a:ext cx="1261872" cy="310896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5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55280" y="192024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.claude/memory.md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320040"/>
          </a:xfrm>
          <a:prstGeom prst="roundRect">
            <a:avLst>
              <a:gd name="adj" fmla="val 3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TÀI LIỆU GỐC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— Bộ não của dự án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🕐  Khi nào kích hoạt?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Đọc TRƯỚC TIÊN </a:t>
            </a:r>
            <a:r>
              <a:rPr lang="en-US" sz="1150" dirty="0">
                <a:solidFill>
                  <a:srgbClr val="2E4057"/>
                </a:solidFill>
              </a:rPr>
              <a:t>mỗi khi bắt đầu bất kỳ task nào. Claude phải đọc file này để hiểu toàn bộ cấu trúc, API và convention của dự án.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76272"/>
            <a:ext cx="64008" cy="1005840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070"/>
                </a:solidFill>
              </a:rPr>
              <a:t>[LIST]  Nhiệm vụ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4057"/>
                </a:solidFill>
              </a:rPr>
              <a:t>Là specification đầy đủ: package structure, data class, API của từng layer, navigation, patterns, workflow checklist và bảng tra cứu nhanh.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73552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📌  Nội dung 11 section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• §1 Project Overview (Kotlin/Compose/SDK)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• §2 Package Structure (toàn bộ cây file)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059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• §3 Data Classes + Model.kt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2611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• §4 Data Layer APIs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462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• §5-6 ViewModel hierarchy + Navigation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• §7-11 Patterns, Clipboard, Workflow, MyFiles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78992"/>
            <a:ext cx="64008" cy="3749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972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💡  Ví dụ thực tế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4264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Khi nhận task: "Thêm màn hình Tìm kiếm", Claude đọc CLAUDE.md và biết ngay: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1874520"/>
            <a:ext cx="3886200" cy="384048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55464" y="1920240"/>
            <a:ext cx="164592" cy="164592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1874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Screen.Search đã có trong sealed class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2350008"/>
            <a:ext cx="388620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5464" y="239572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23500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SearchViewModel extends BaseMediaStoreViewModel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28032" y="2825496"/>
            <a:ext cx="3886200" cy="384048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5464" y="2871216"/>
            <a:ext cx="164592" cy="164592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28254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Gọi FileRepository.searchFiles()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28032" y="3300984"/>
            <a:ext cx="3886200" cy="38404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55464" y="334670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84064" y="33009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Dialog phải qua DialogManager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28032" y="3776472"/>
            <a:ext cx="3886200" cy="384048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55464" y="3822192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37764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Sau khi xong: update CLAUDE.md §2 §8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645920" cy="320040"/>
          </a:xfrm>
          <a:prstGeom prst="roundRect">
            <a:avLst>
              <a:gd name="adj" fmla="val 34286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TASKS.md &amp; memory.md — Bộ nhớ giữa các sessions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không có persistent memory → 2 file này là nguồn sự thật duy nhất giữa các sessions.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64008" cy="35204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A06B"/>
                </a:solidFill>
              </a:rPr>
              <a:t>[LIST]  .claude/TASKS.md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Khi nào kích hoạt: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Đọc khi bắt đầu mỗi session mới (ngay sau CLAUDE.md). Cập nhật khi task hoàn thành.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Nhiệm vụ: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Lịch sử 23+ task đã hoàn thành (Task #001→#023)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TODO list ưu tiên (Cao / Trung bình)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09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Update log theo thứ tự thời gian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Files đã sửa + patterns đã triển khai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3749040" cy="749808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5876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💡 Ví dụ: Task #015 ghi rõ SelectionState.toggle() bỏ isSelectionMode=false, chỉ nút Thoát mới gọi exit() — sessions sau không cần hỏi lại.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261872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61872"/>
            <a:ext cx="64008" cy="35204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8016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5CBF"/>
                </a:solidFill>
              </a:rPr>
              <a:t>[MEM]  .claude/memory.md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6642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Khi nào kích hoạt: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19202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Đọc khi bắt đầu session. Ghi thêm sau quyết định design lớn hoặc khi tìm ra bug pattern mới.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32257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Nhiệm vụ: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2606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12 Key Learnings (L001-L012)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9077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7 Architectural Decisions (D001-D007)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2095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Gotchas &amp; Common Bugs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5112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▸ Context về user (ngôn ngữ, device, style)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840480"/>
            <a:ext cx="3794760" cy="749808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85876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💡 Ví dụ: L002 ghi "TrashManager luôn scan parent sau move" để tránh lặp lại bug MediaStore còn thấy file ở vị trí cũ.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320040"/>
          </a:xfrm>
          <a:prstGeom prst="roundRect">
            <a:avLst>
              <a:gd name="adj" fmla="val 3428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TÀI LIỆU GỐC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SKILLS.md &amp; CLAUDE.local.md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3749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⚡  SKILLS.md — Quick Reference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Khi nào: Xem ngay khi muốn biết skill nào cần dùng, không cần nhớ path dài.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Danh sách 8 skills có thể invoke: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176272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/task-tracking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1762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Quản lý task &amp; session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05456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05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/add-dialog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2505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Thêm dialog qua DialogManager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/add-screen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Thêm screen + ViewModel mới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163824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63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/add-file-operation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65960" y="31638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Thêm file operation mới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93008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93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/logging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65960" y="34930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Logging qua Logger utility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822192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22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/updating-claude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65960" y="3822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Cập nhật CLAUDE.md sau task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151376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51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/mediastore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65960" y="4151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MediaStore &amp; File I/O guide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480560"/>
            <a:ext cx="3749040" cy="27432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/auto-build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6596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Chạy build Gradle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078992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078992"/>
            <a:ext cx="64008" cy="210312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</a:rPr>
              <a:t>🔒  CLAUDE.local.md — Ghi chú Local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14813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Khi nào: Dùng cho ghi chú cá nhân của dev — không commit lên git.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18745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• Môi trường dev local (Android Studio version, JDK)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1671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• Quick reference file thường dùng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24597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• Ghi chú tạm thời giữa sessions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27523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• KHÔNG chứa thông tin nhạy cảm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291840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291840"/>
            <a:ext cx="64008" cy="1536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310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📄  README.md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46320" y="369417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Khi nào: Khi người ngoài/contributor xem project lần đầu. Mô tả tổng quan app, cách build, cách chạy.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4251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8D"/>
                </a:solidFill>
              </a:rPr>
              <a:t>→ Không nằm trong vòng kích hoạt hàng ngày của Claude.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workflow.md — Quy trình làm việc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BẮT ĐẦU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572768"/>
            <a:ext cx="256032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72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1. Đọc CLAUDE.md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256032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0482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2. Đọc .claude/TASKS.md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256032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5237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3. Đọc .claude/memory.md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99232"/>
            <a:ext cx="256032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999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4. Đọc skill(s) liên quan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74720"/>
            <a:ext cx="256032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474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5. Xác nhận đã đọc đủ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90672" y="2331720"/>
            <a:ext cx="201168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1097280"/>
            <a:ext cx="27432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TRONG KHI LÀM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1481328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1572768"/>
            <a:ext cx="2560320" cy="384048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1572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Dùng TodoWrite nếu &gt; 2 bước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048256"/>
            <a:ext cx="2560320" cy="384048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0482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Mỗi lần Edit → update todo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2523744"/>
            <a:ext cx="2560320" cy="384048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25237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Không commit giữa chừng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2999232"/>
            <a:ext cx="2560320" cy="384048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999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Log quyết định lớn vào memory.md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3474720"/>
            <a:ext cx="2560320" cy="384048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3474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Tuân thủ MVVM convention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62472" y="2331720"/>
            <a:ext cx="201168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1097280"/>
            <a:ext cx="2743200" cy="38404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KẾT THÚC TASK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1481328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1572768"/>
            <a:ext cx="2560320" cy="384048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1572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./gradlew assembleDebug → PASS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2048256"/>
            <a:ext cx="2560320" cy="384048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20482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Cập nhật CLAUDE.md nếu có thay đổi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2523744"/>
            <a:ext cx="2560320" cy="384048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25237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Cập nhật TASKS.md (entry mới)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2999232"/>
            <a:ext cx="2560320" cy="384048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2999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Cập nhật skill liên quan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55080" y="3474720"/>
            <a:ext cx="2560320" cy="384048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3474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</a:rPr>
              <a:t>Báo cáo theo format ✅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solidFill>
            <a:srgbClr val="E05252">
              <a:alpha val="10000"/>
            </a:srgbClr>
          </a:solidFill>
          <a:ln w="12700">
            <a:solidFill>
              <a:srgbClr val="E05252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22452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252"/>
                </a:solidFill>
              </a:rPr>
              <a:t>🚫  CẤM: Commit khi build fail  ·  Xóa file không thông báo  ·  Dùng !! trong code mới  ·  Block main thread  ·  Query MediaStore trực tiếp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A06B"/>
                </a:solidFill>
              </a:rPr>
              <a:t>✅  KHUYẾN KHÍCH: Dùng skill có sẵn  ·  Logger thay Log.d  ·  Scan MediaStore sau file op  ·  Pattern từ MyFiles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kotlin-style.md &amp; compose-style.md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37673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5CBF"/>
                </a:solidFill>
              </a:rPr>
              <a:t>🎯  kotlin-style.md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Viết code Kotlin mới, code review, refactor.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10512"/>
            <a:ext cx="3749040" cy="38404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105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</a:rPr>
              <a:t>Naming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18105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PascalCase class · camelCase fn · UPPER_SNAKE const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3749040" cy="38404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677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</a:rPr>
              <a:t>Null safety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0200" y="22677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Không !! → dùng ?.let / requireNotNull / ?: return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724912"/>
            <a:ext cx="3749040" cy="38404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249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</a:rPr>
              <a:t>Coroutines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0200" y="2724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IO dispatcher cho file · Default cho CPU · Main cho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182112"/>
            <a:ext cx="3749040" cy="38404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821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</a:rPr>
              <a:t>Collections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0020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buildList{} · filterNotNull() · toMutableList()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639312"/>
            <a:ext cx="3749040" cy="38404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39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</a:rPr>
              <a:t>Scope fn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0200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let=transform · apply=builder · also=side effect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096512"/>
            <a:ext cx="3749040" cy="38404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0965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</a:rPr>
              <a:t>Error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00200" y="40965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try/catch tại boundary · không swallow · log Exception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78992"/>
            <a:ext cx="64008" cy="37673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🖌  compose-style.md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1463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Viết Composable, cần preview, tối ưu recomposition.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810512"/>
            <a:ext cx="3794760" cy="384048"/>
          </a:xfrm>
          <a:prstGeom prst="rect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18105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Structure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0" y="18105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Stateful wrapper + stateless content tách riêng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267712"/>
            <a:ext cx="3794760" cy="384048"/>
          </a:xfrm>
          <a:prstGeom prst="rect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2677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Side effects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35040" y="22677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LaunchedEffect(key) · DisposableEffect · SideEffect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724912"/>
            <a:ext cx="3794760" cy="384048"/>
          </a:xfrm>
          <a:prstGeom prst="rect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27249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Modifier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35040" y="27249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size→padding→bg→border→clickable (thứ tự cố định)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182112"/>
            <a:ext cx="3794760" cy="384048"/>
          </a:xfrm>
          <a:prstGeom prst="rect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1821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Recompose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35040" y="31821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remember · derivedStateOf · key={it.id} trong LazyList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639312"/>
            <a:ext cx="3794760" cy="384048"/>
          </a:xfrm>
          <a:prstGeom prst="rect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36393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Material 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035040" y="36393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KHÔNG trộn M2 + M3 · colorScheme.* · typography.*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4096512"/>
            <a:ext cx="3794760" cy="384048"/>
          </a:xfrm>
          <a:prstGeom prst="rect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0328" y="40965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35040" y="40965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LazyColumn/Row &gt; 20 item · AsyncImage với AppImageLoader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mvvm.md &amp; file-operations.md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3767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🏗  mvvm.md — Kiến trúc MVVM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Tạo ViewModel mới, quyết định extend class nào.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Layer separation (cứng):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Composable → ViewModel → Repository → MediaStore/Room/File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ViewModel hierarchy: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AndroidViewModel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953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BaseFileOperationViewModel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 BaseMediaStoreViewModel  ← 10 VMs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5570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 ArchiveViewModel  ← KHÔNG MediaStore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3749040" cy="80467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0448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💡 Ví dụ: FavoritesViewModel extend BaseMediaStoreViewModel để auto-reload khi file ngoài thay đổi. ArchiveViewModel chỉ extend Base vì archive không đọc MediaStore.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64008" cy="37673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</a:rPr>
              <a:t>📁  file-operations.md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Thêm bất kỳ thao tác nào trên file (copy/move/xóa/nén).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810512"/>
            <a:ext cx="3794760" cy="347472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81051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COPY / MOVE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18105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FileOperationService + scan dest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231136"/>
            <a:ext cx="3794760" cy="347472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23113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COMPRESS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22311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FileOperationService + scanNewFile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651760"/>
            <a:ext cx="3794760" cy="347472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6517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DELETE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26517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TrashManager.moveToTrash() (không DELETE trực tiếp)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072384"/>
            <a:ext cx="3794760" cy="347472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07238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RESTORE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30723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TrashManager.restore() + scan restoredDirs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493008"/>
            <a:ext cx="3794760" cy="347472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49300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CREATE FOLDER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34930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java.io.File.mkdirs() + scanNewFile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913632"/>
            <a:ext cx="3794760" cy="347472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9136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RENAME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91072" y="3913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java.io.File.renameTo() + scanPaths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4334256"/>
            <a:ext cx="3794760" cy="347472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3342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ARCHIVE EXTRACT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91072" y="43342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ArchiveReader.extractEntries() + scan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46320" y="476402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252"/>
                </a:solidFill>
              </a:rPr>
              <a:t>Quy tắc vàng: Mọi file op PHẢI scan MediaStore sau khi xong!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SKILLS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add-dialog &amp; add-screen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3767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💬  add-dialog/SKILL.md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Cần tạo dialog mới bất kỳ (xác nhận xóa, đổi tên, mật khẩu, v.v.)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</a:rPr>
              <a:t>Quy tắc CỨNG: LUÔN qua DialogManager — không viết dialog độc lập.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6 bước thực hiện: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1. Viết Composable dialog trong ui/common/dialogs/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340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2. Thêm DialogType enum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07238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3. Thêm data class (nếu có nhiều params)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4. Thêm show*() method vào DialogManager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5. Thêm case vào DialogHandler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08736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6. Gọi từ screen qua rememberDialogManager()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462272"/>
            <a:ext cx="3749040" cy="292608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80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✅ 12 dialogs hiện có: Rename, Delete, MoveToTrash, Password, Extract, Compress, CreateFolder, PasteConflict, OpenWith, Details, BatchRename...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78992"/>
            <a:ext cx="64008" cy="3767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📱  add-screen/SKILL.md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4630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Tạo màn hình mới (ví dụ: Cài đặt, Yêu thích, Lịch sử).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8470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5 bước thực hiện: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139696"/>
            <a:ext cx="379476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13969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1. Thêm Screen entry vào sealed class (MainViewModel.kt)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596896"/>
            <a:ext cx="379476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59689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2. Tạo *UiState.kt (data class + isLoading + error)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054096"/>
            <a:ext cx="379476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05409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3. Tạo *ViewModel.kt (extend BaseMediaStoreViewModel)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511296"/>
            <a:ext cx="379476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1129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4. Tạo *Screen.kt (Scaffold + Composable stateless)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968496"/>
            <a:ext cx="3794760" cy="38404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96849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5. Thêm when case trong MainActivity.kt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4462272"/>
            <a:ext cx="3794760" cy="292608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480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💡 Ví dụ: Task #012 tạo UnusedAppsScreen theo đúng 5 bước này, tổng 3 file .kt + cập nhật CLAUDE.md.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SKILLS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add-file-operation &amp; add-thumbnail-fetcher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37673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</a:rPr>
              <a:t>⚙️  add-file-operation/SKILL.md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Thêm thao tác file mới (copy/move/compress/rename/share…).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Pattern luồng chạy: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121408"/>
            <a:ext cx="3749040" cy="502920"/>
          </a:xfrm>
          <a:prstGeom prst="rect">
            <a:avLst/>
          </a:prstGeom>
          <a:solidFill>
            <a:srgbClr val="E05252">
              <a:alpha val="10000"/>
            </a:srgbClr>
          </a:solidFill>
          <a:ln w="12700">
            <a:solidFill>
              <a:srgbClr val="E05252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39696"/>
            <a:ext cx="3611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→ ViewModel → FileOperationService → FileOperations.kt (Flow) → ProgressState → MediaStoreScanner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5 bước triển khai: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9809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1. Thêm method vào FileOperations.kt (channelFlow)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2. Thêm startXxx() vào FileOperationService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3. Xử lý intent trong onStartCommand()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968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4. Thêm method vào BaseFileOperationViewModel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</a:rPr>
              <a:t>5. Thêm action vào SelectionActions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626864"/>
            <a:ext cx="3749040" cy="274320"/>
          </a:xfrm>
          <a:prstGeom prst="rect">
            <a:avLst/>
          </a:prstGeom>
          <a:solidFill>
            <a:srgbClr val="E05252">
              <a:alpha val="15000"/>
            </a:srgbClr>
          </a:solidFill>
          <a:ln w="12700">
            <a:solidFill>
              <a:srgbClr val="E05252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64515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💡 Ví dụ: Task #023 dùng skill này để thêm Batch Rename cho nhiều file cùng lúc.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78992"/>
            <a:ext cx="64008" cy="37673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CBF"/>
                </a:solidFill>
              </a:rPr>
              <a:t>🖼  add-thumbnail-fetcher/SKILL.md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4630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Cần load thumbnail cho file type chưa hỗ trợ (PDF, EPUB, SVG…).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8470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057"/>
                </a:solidFill>
              </a:rPr>
              <a:t>Kiến trúc fetcher hiện tại: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139696"/>
            <a:ext cx="3794760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13969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VideoThumbnailFetcher → ThumbnailData.Video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505456"/>
            <a:ext cx="3794760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50545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AudioThumbnailFetcher → ThumbnailData.Audio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871216"/>
            <a:ext cx="3794760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87121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ApkThumbnailFetcher → ThumbnailData.Apk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236976"/>
            <a:ext cx="3794760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23697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ArchiveThumbnailFetcher → ThumbnailData.Archive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6576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252"/>
                </a:solidFill>
              </a:rPr>
              <a:t>Common pitfalls: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252"/>
                </a:solidFill>
              </a:rPr>
              <a:t>⚠ Quên check path.isNotEmpty() → crash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15137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252"/>
                </a:solidFill>
              </a:rPr>
              <a:t>⚠ Không register factory → sai thumbnail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37083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252"/>
                </a:solidFill>
              </a:rPr>
              <a:t>⚠ Blocking main thread trong extractBitmap()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459028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252"/>
                </a:solidFill>
              </a:rPr>
              <a:t>⚠ Content URI crash MediaMetadataRetriever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SKILLS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logging · mediastore · updating-claude · task-tracking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17830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📝  logging/SKILL.md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⏰ Khi thêm code mới bất kỳ — log entry/exit/error.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📌 Dùng Logger("Tag") — KHÔNG Log.d raw. TRUYỀN exception khi log.e()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76272"/>
            <a:ext cx="3794760" cy="594360"/>
          </a:xfrm>
          <a:prstGeom prst="rect">
            <a:avLst/>
          </a:prstGeom>
          <a:solidFill>
            <a:srgbClr val="2E4057">
              <a:alpha val="10000"/>
            </a:srgbClr>
          </a:solidFill>
          <a:ln w="12700">
            <a:solidFill>
              <a:srgbClr val="2E4057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3703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log.e("fetch failed: path=$path", e)  ← đúng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Log.d("TAG", "msg")  ← sai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6400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155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🗄  mediastore/SKILL.md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4475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⏰ Khi đọc file list, thao tác file, notify app khác về thay đổi.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7556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📌 KHÔNG query MediaStore trực tiếp → luôn qua FileRepository. Luôn scan sau mọi file op.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176272"/>
            <a:ext cx="3794760" cy="59436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194560"/>
            <a:ext cx="3703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repository.getFilesByType(FileType.IMAGE)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MediaStoreScanner.scanPaths(ctx, paths)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63240"/>
            <a:ext cx="64008" cy="178308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815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A06B"/>
                </a:solidFill>
              </a:rPr>
              <a:t>🔄  updating-claude/SKILL.md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4107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⏰ Sau mỗi task hoàn thành (build OK) — cập nhật documentation.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7216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📌 Luồng: Build OK → TASKS.md → CLAUDE.md → Skills → Commit. KHÔNG bao giờ commit mà không cập nhật CLAUDE.md.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142232"/>
            <a:ext cx="3794760" cy="594360"/>
          </a:xfrm>
          <a:prstGeom prst="rect">
            <a:avLst/>
          </a:prstGeom>
          <a:solidFill>
            <a:srgbClr val="22A06B">
              <a:alpha val="10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60520"/>
            <a:ext cx="3703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§2 thêm file mới · §4 thêm API mới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§7 thêm ViewModel · §8 thêm Screen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63240"/>
            <a:ext cx="64008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815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📌  task-tracking/SKILL.md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4107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⏰ Bắt đầu session mới / bắt đầu task mới / hoàn thành task.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7216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📌 TASKS.md là memory duy nhất giữa sessions. Task phải đánh số #001, #002… để dễ reference.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4142232"/>
            <a:ext cx="3794760" cy="594360"/>
          </a:xfrm>
          <a:prstGeom prst="rect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160520"/>
            <a:ext cx="3703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TODO: [ ] task mới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Đang làm: Task #024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Xong: Task #023 → vào "Đã hoàn thành"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</a:t>
            </a:r>
            <a:r>
              <a:rPr lang="en-US" sz="2400" b="1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</a:t>
            </a:r>
            <a:r>
              <a:rPr lang="vi-VN" sz="2400" b="1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r>
              <a:rPr lang="en-US" sz="2400" b="1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chuyên biệt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</a:rPr>
              <a:t>Agent = Claude instance chuyên biệt với tools cụ thể. Kích hoạt khi task cần vai trò riêng.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80160"/>
            <a:ext cx="64008" cy="1709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🔍  code-reviewer.md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</a:rPr>
              <a:t>Tools: Read · Grep · Glob · Bash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⏰ Sau khi viết code mới hoặc refactor lớn.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13055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Kiểm tra 6 nhóm: Architecture, Kotlin, Compose, File-ops, Room, Selection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38658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Output: ✅ Điểm tốt / ⚠️ Vấn đề [High/Med/Low] / 💡 Gợi 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6426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Kết luận: APPROVED / NEEDS CHANGES / BLOCKED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80160"/>
            <a:ext cx="64008" cy="170992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984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A06B"/>
                </a:solidFill>
              </a:rPr>
              <a:t>🏗  build-verifier.md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60934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</a:rPr>
              <a:t>Tools: Bash · Read · Grep · Glob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8470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⏰ Sau mỗi thay đổi code lớn để verify build.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13055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Chạy ./gradlew assembleDebug (hoặc fallback :app:compileDebugKotlin)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38658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Parse: BUILD SUCCESSFUL / FAILED · Unresolved reference · Type mismatch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6426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Report lỗi với context 3-5 dòng + Fix đề xuất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84033" y="315468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84033" y="3154680"/>
            <a:ext cx="64008" cy="1709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6913" y="3172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♻️  refactor-assistant.md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66913" y="348386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</a:rPr>
              <a:t>Tools: Read · Edit · Grep · Glob · Bash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66913" y="37216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⏰ Khi cần extract class, rename, chuyển pattern (Java-ish → idiomatic).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66913" y="400507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6 loại refactor: UiState, stateless composable, Repository, Flow, nullable callback, Base ViewModel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66913" y="426110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Quy trình: Read → Analyze → Plan → Propose diff → Apply → Verify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66913" y="451713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</a:rPr>
              <a:t>• KHÔNG tự ý rename public API · KHÔNG xóa code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28800" cy="320040"/>
          </a:xfrm>
          <a:prstGeom prst="roundRect">
            <a:avLst>
              <a:gd name="adj" fmla="val 3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SKILLS + 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auto-build/SKILL.md &amp; Luồng kích hoạt tổng hợp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32588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A06B"/>
                </a:solidFill>
              </a:rPr>
              <a:t>🔨  auto-build/SKILL.md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Kích hoạt khi: Cuối task — verify build trước khi commit.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00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assembleDebug --no-daemon  →  BUILD SUCCESSFUL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Fallback: clean assembleDebug nếu có lỗi cache/KSP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8503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05456"/>
            <a:ext cx="64008" cy="2423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420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⏱  Luồng kích hoạt theo vòng đời 1 task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10972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1. Nhận 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273552"/>
            <a:ext cx="1097280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3273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CLAUDE.md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639312"/>
            <a:ext cx="1097280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363931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TASKS.md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1097280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40050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memory.md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27048" y="299923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09344" y="2944368"/>
            <a:ext cx="109728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9344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2. Chọn skill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09344" y="3273552"/>
            <a:ext cx="1097280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3273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SKILLS.md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09344" y="3639312"/>
            <a:ext cx="1097280" cy="31089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63931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skill/*.md liên quan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24912" y="299923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07208" y="2944368"/>
            <a:ext cx="1097280" cy="29260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07208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3. Code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07208" y="3273552"/>
            <a:ext cx="1097280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3273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rules/mvvm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07208" y="3639312"/>
            <a:ext cx="1097280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3784" y="363931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rules/kotlin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07208" y="4005072"/>
            <a:ext cx="1097280" cy="310896"/>
          </a:xfrm>
          <a:prstGeom prst="rect">
            <a:avLst/>
          </a:prstGeom>
          <a:solidFill>
            <a:srgbClr val="7C5CBF">
              <a:alpha val="12000"/>
            </a:srgbClr>
          </a:solidFill>
          <a:ln w="12700">
            <a:solidFill>
              <a:srgbClr val="7C5CBF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43784" y="40050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rules/compose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22776" y="299923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005072" y="2944368"/>
            <a:ext cx="1097280" cy="2926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4. File ops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05072" y="3273552"/>
            <a:ext cx="1097280" cy="310896"/>
          </a:xfrm>
          <a:prstGeom prst="rect">
            <a:avLst/>
          </a:prstGeom>
          <a:solidFill>
            <a:srgbClr val="E05252">
              <a:alpha val="12000"/>
            </a:srgbClr>
          </a:solidFill>
          <a:ln w="12700">
            <a:solidFill>
              <a:srgbClr val="E05252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41648" y="3273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file-operations.md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005072" y="3639312"/>
            <a:ext cx="1097280" cy="310896"/>
          </a:xfrm>
          <a:prstGeom prst="rect">
            <a:avLst/>
          </a:prstGeom>
          <a:solidFill>
            <a:srgbClr val="E05252">
              <a:alpha val="12000"/>
            </a:srgbClr>
          </a:solidFill>
          <a:ln w="12700">
            <a:solidFill>
              <a:srgbClr val="E05252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41648" y="363931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mediastore.md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20640" y="299923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02936" y="2944368"/>
            <a:ext cx="1097280" cy="2926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02936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5. Log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202936" y="3273552"/>
            <a:ext cx="1097280" cy="310896"/>
          </a:xfrm>
          <a:prstGeom prst="rect">
            <a:avLst/>
          </a:prstGeom>
          <a:solidFill>
            <a:srgbClr val="6B7A8D">
              <a:alpha val="12000"/>
            </a:srgbClr>
          </a:solidFill>
          <a:ln w="12700">
            <a:solidFill>
              <a:srgbClr val="6B7A8D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9512" y="3273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logging/SKILL.md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18504" y="299923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→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0" y="2944368"/>
            <a:ext cx="1097280" cy="29260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6. Build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00800" y="3273552"/>
            <a:ext cx="1097280" cy="310896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37376" y="3273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auto-build/SKILL.md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00800" y="3639312"/>
            <a:ext cx="1097280" cy="310896"/>
          </a:xfrm>
          <a:prstGeom prst="rect">
            <a:avLst/>
          </a:prstGeom>
          <a:solidFill>
            <a:srgbClr val="22A06B">
              <a:alpha val="12000"/>
            </a:srgbClr>
          </a:solidFill>
          <a:ln w="12700">
            <a:solidFill>
              <a:srgbClr val="22A06B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37376" y="363931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build-verifier agent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516368" y="299923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→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598664" y="2944368"/>
            <a:ext cx="109728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98664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7. Docs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98664" y="3273552"/>
            <a:ext cx="1097280" cy="310896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35240" y="3273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updating-claude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598664" y="3639312"/>
            <a:ext cx="1097280" cy="310896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363931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</a:rPr>
              <a:t>task-tracking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sánh: khi nào dùng file nào?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338328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804672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muốn biết cấu trúc codebase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804672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CLAUDE.md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197864"/>
            <a:ext cx="4160520" cy="338328"/>
          </a:xfrm>
          <a:prstGeom prst="rect">
            <a:avLst/>
          </a:prstGeom>
          <a:solidFill>
            <a:srgbClr val="22A06B">
              <a:alpha val="9000"/>
            </a:srgbClr>
          </a:solidFill>
          <a:ln w="12700">
            <a:solidFill>
              <a:srgbClr val="22A06B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97864"/>
            <a:ext cx="64008" cy="33832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197864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muốn biết task đã làm / cần làm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97864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A06B"/>
                </a:solidFill>
              </a:rPr>
              <a:t>→ TASKS.md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591056"/>
            <a:ext cx="4160520" cy="33832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91056"/>
            <a:ext cx="64008" cy="3383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591056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muốn tránh bug đã gặp trước đó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591056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5CBF"/>
                </a:solidFill>
              </a:rPr>
              <a:t>→ memory.md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84248"/>
            <a:ext cx="4160520" cy="338328"/>
          </a:xfrm>
          <a:prstGeom prst="rect">
            <a:avLst/>
          </a:prstGeom>
          <a:solidFill>
            <a:srgbClr val="F4A261">
              <a:alpha val="9000"/>
            </a:srgbClr>
          </a:solidFill>
          <a:ln w="12700">
            <a:solidFill>
              <a:srgbClr val="F4A261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984248"/>
            <a:ext cx="64008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1984248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cần tạo dialog mới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1984248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→ add-dialog/SKILL.md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4160520" cy="338328"/>
          </a:xfrm>
          <a:prstGeom prst="rect">
            <a:avLst/>
          </a:prstGeom>
          <a:solidFill>
            <a:srgbClr val="F4A261">
              <a:alpha val="9000"/>
            </a:srgbClr>
          </a:solidFill>
          <a:ln w="12700">
            <a:solidFill>
              <a:srgbClr val="F4A261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377440"/>
            <a:ext cx="64008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237744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cần tạo màn hình mới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237744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→ add-screen/SKILL.md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770632"/>
            <a:ext cx="4160520" cy="338328"/>
          </a:xfrm>
          <a:prstGeom prst="rect">
            <a:avLst/>
          </a:prstGeom>
          <a:solidFill>
            <a:srgbClr val="E05252">
              <a:alpha val="9000"/>
            </a:srgbClr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770632"/>
            <a:ext cx="64008" cy="3383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2770632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cần thêm file operation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2770632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252"/>
                </a:solidFill>
              </a:rPr>
              <a:t>→ add-file-operation/SKILL.md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163824"/>
            <a:ext cx="4160520" cy="33832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163824"/>
            <a:ext cx="64008" cy="3383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3163824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cần thêm thumbnail mới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3163824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5CBF"/>
                </a:solidFill>
              </a:rPr>
              <a:t>→ add-thumbnail-fetcher/SKILL.md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804672"/>
            <a:ext cx="4160520" cy="338328"/>
          </a:xfrm>
          <a:prstGeom prst="rect">
            <a:avLst/>
          </a:prstGeom>
          <a:solidFill>
            <a:srgbClr val="2E4057">
              <a:alpha val="9000"/>
            </a:srgbClr>
          </a:solidFill>
          <a:ln w="12700">
            <a:solidFill>
              <a:srgbClr val="2E4057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804672"/>
            <a:ext cx="64008" cy="33832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804672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cần viết log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804672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057"/>
                </a:solidFill>
              </a:rPr>
              <a:t>→ logging/SKILL.md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197864"/>
            <a:ext cx="4160520" cy="338328"/>
          </a:xfrm>
          <a:prstGeom prst="rect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197864"/>
            <a:ext cx="64008" cy="3383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1197864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vừa hoàn thành task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1197864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→ updating-claude + task-tracking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1591056"/>
            <a:ext cx="4160520" cy="338328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591056"/>
            <a:ext cx="64008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1591056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muốn review code mình vừa viết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1591056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code-reviewer agent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1984248"/>
            <a:ext cx="4160520" cy="338328"/>
          </a:xfrm>
          <a:prstGeom prst="rect">
            <a:avLst/>
          </a:prstGeom>
          <a:solidFill>
            <a:srgbClr val="22A06B">
              <a:alpha val="9000"/>
            </a:srgbClr>
          </a:solidFill>
          <a:ln w="12700">
            <a:solidFill>
              <a:srgbClr val="22A06B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1984248"/>
            <a:ext cx="64008" cy="33832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1984248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muốn verify build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1984248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A06B"/>
                </a:solidFill>
              </a:rPr>
              <a:t>→ build-verifier agent + auto-build skill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377440"/>
            <a:ext cx="4160520" cy="338328"/>
          </a:xfrm>
          <a:prstGeom prst="rect">
            <a:avLst/>
          </a:prstGeom>
          <a:solidFill>
            <a:srgbClr val="7C5CBF">
              <a:alpha val="9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2377440"/>
            <a:ext cx="64008" cy="33832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2377440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muốn port feature từ MyFiles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9440" y="237744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5CBF"/>
                </a:solidFill>
              </a:rPr>
              <a:t>→ myfiles-reference agent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2770632"/>
            <a:ext cx="4160520" cy="338328"/>
          </a:xfrm>
          <a:prstGeom prst="rect">
            <a:avLst/>
          </a:prstGeom>
          <a:solidFill>
            <a:srgbClr val="F4A261">
              <a:alpha val="9000"/>
            </a:srgbClr>
          </a:solidFill>
          <a:ln w="12700">
            <a:solidFill>
              <a:srgbClr val="F4A261">
                <a:alpha val="2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2770632"/>
            <a:ext cx="64008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91456" y="2770632"/>
            <a:ext cx="2148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</a:rPr>
              <a:t>Tôi muốn refactor code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9440" y="2770632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→ refactor-assistant agent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Tóm tắt — Hệ thống tài liệu CodeVui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📘  CLAUDE.md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8F0"/>
                </a:solidFill>
              </a:rPr>
              <a:t>Đọc ĐẦU TIÊN mỗi session. Project spec đầy đủ 11 section.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8412480" cy="914400"/>
          </a:xfrm>
          <a:prstGeom prst="rect">
            <a:avLst/>
          </a:prstGeom>
          <a:solidFill>
            <a:srgbClr val="22A06B">
              <a:alpha val="18000"/>
            </a:srgbClr>
          </a:solidFill>
          <a:ln w="12700">
            <a:solidFill>
              <a:srgbClr val="22A06B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93392"/>
            <a:ext cx="64008" cy="91440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🧠  TASKS.md + memory.md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8F0"/>
                </a:solidFill>
              </a:rPr>
              <a:t>Bộ nhớ dài hạn. Lịch sử 23 task + 12 learnings + 7 design decisions.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8412480" cy="914400"/>
          </a:xfrm>
          <a:prstGeom prst="rect">
            <a:avLst/>
          </a:prstGeom>
          <a:solidFill>
            <a:srgbClr val="7C5CBF">
              <a:alpha val="18000"/>
            </a:srgbClr>
          </a:solidFill>
          <a:ln w="12700">
            <a:solidFill>
              <a:srgbClr val="7C5CB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72384"/>
            <a:ext cx="64008" cy="9144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181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📋  5 Rules files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4747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8F0"/>
                </a:solidFill>
              </a:rPr>
              <a:t>workflow · kotlin-style · compose-style · mvvm · file-operations. Đọc khi viết code.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4069080" cy="914400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69080"/>
            <a:ext cx="64008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148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🛠  9 Skills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447141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8F0"/>
                </a:solidFill>
              </a:rPr>
              <a:t>add-dialog · add-screen · add-file-op · thumbnail · logging · mediastore · updating · task · build.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4069080"/>
            <a:ext cx="4069080" cy="9144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40690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1148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🤖  4 Agents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447141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8F0"/>
                </a:solidFill>
              </a:rPr>
              <a:t>code-reviewer · build-verifier · myfiles-reference · refactor-assistant. Mỗi agent 1 vai trò.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2771</Words>
  <Application>Microsoft Office PowerPoint</Application>
  <PresentationFormat>On-screen Show (16:9)</PresentationFormat>
  <Paragraphs>390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Tài liệu .md trong dự án CodeVui</dc:title>
  <dc:subject>PptxGenJS Presentation</dc:subject>
  <dc:creator>CodeVui</dc:creator>
  <cp:lastModifiedBy>Ann Willian</cp:lastModifiedBy>
  <cp:revision>2</cp:revision>
  <dcterms:created xsi:type="dcterms:W3CDTF">2026-04-13T15:13:19Z</dcterms:created>
  <dcterms:modified xsi:type="dcterms:W3CDTF">2026-04-13T15:50:44Z</dcterms:modified>
</cp:coreProperties>
</file>