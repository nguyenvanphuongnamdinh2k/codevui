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16070"/>
          </a:solidFill>
          <a:ln w="12700">
            <a:solidFill>
              <a:srgbClr val="0160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315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Tài liệu .md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FEA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trong dự án CodeVui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01168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nào kích hoạt · Nhiệm vụ của từng file · Ví dụ thực tế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1737360" cy="82296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004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28+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EAF4"/>
                </a:solidFill>
              </a:rPr>
              <a:t>File .md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3200400"/>
            <a:ext cx="1737360" cy="82296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32004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0" y="36576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EAF4"/>
                </a:solidFill>
              </a:rPr>
              <a:t>Nhóm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3200400"/>
            <a:ext cx="1737360" cy="82296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32004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36576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EAF4"/>
                </a:solidFill>
              </a:rPr>
              <a:t>Agents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83680" y="3200400"/>
            <a:ext cx="1737360" cy="82296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2004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9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36576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EAF4"/>
                </a:solidFill>
              </a:rPr>
              <a:t>Skills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C8D4"/>
                </a:solidFill>
              </a:rPr>
              <a:t>CodeVui · Hệ thống tài liệu nội bộ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Tổng quan cấu trúc file .md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5 nhóm chính, mỗi nhóm phục vụ một mục đích khác nhau trong vòng đời của mỗi task.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164592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[DOC] Tài liệu gốc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444752"/>
            <a:ext cx="1645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" y="1536192"/>
            <a:ext cx="1536192" cy="310896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536192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CLAUDE.md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" y="1920240"/>
            <a:ext cx="1536192" cy="310896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TASKS.md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9184" y="2304288"/>
            <a:ext cx="1536192" cy="310896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04288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SKILLS.md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9184" y="2688336"/>
            <a:ext cx="1536192" cy="310896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688336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README.md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9184" y="3072384"/>
            <a:ext cx="1536192" cy="310896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072384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CLAUDE.local.md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103120" y="1097280"/>
            <a:ext cx="1645920" cy="347472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3120" y="1097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[LIST] Rules (5 files)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03120" y="1444752"/>
            <a:ext cx="1645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157984" y="1536192"/>
            <a:ext cx="1536192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94560" y="1536192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workflow.md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57984" y="1920240"/>
            <a:ext cx="1536192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94560" y="1920240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kotlin-style.md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157984" y="2304288"/>
            <a:ext cx="1536192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5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94560" y="2304288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compose-style.md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157984" y="2688336"/>
            <a:ext cx="1536192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5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94560" y="2688336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mvvm.md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157984" y="3072384"/>
            <a:ext cx="1536192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5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94560" y="3072384"/>
            <a:ext cx="1499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file-operations.md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931920" y="1097280"/>
            <a:ext cx="1920240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31920" y="1097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[SKILL] Skills (9 files)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931920" y="1444752"/>
            <a:ext cx="1920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986784" y="1536192"/>
            <a:ext cx="1810512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23360" y="1536192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add-dialog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986784" y="1920240"/>
            <a:ext cx="1810512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23360" y="192024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add-screen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986784" y="2304288"/>
            <a:ext cx="1810512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23360" y="2304288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add-file-operation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986784" y="2688336"/>
            <a:ext cx="1810512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23360" y="2688336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add-thumbnail-fetcher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986784" y="3072384"/>
            <a:ext cx="1810512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0" y="3072384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logging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986784" y="3456432"/>
            <a:ext cx="1810512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23360" y="3456432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mediastore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986784" y="3840480"/>
            <a:ext cx="1810512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023360" y="38404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updating-claude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986784" y="4224528"/>
            <a:ext cx="1810512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023360" y="4224528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task-tracking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986784" y="4608576"/>
            <a:ext cx="1810512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023360" y="4608576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auto-build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035040" y="1097280"/>
            <a:ext cx="192024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0" y="1097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[AGENT] Agents (4 files)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035040" y="1444752"/>
            <a:ext cx="1920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6089904" y="1536192"/>
            <a:ext cx="1810512" cy="310896"/>
          </a:xfrm>
          <a:prstGeom prst="rect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5000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26480" y="1536192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code-reviewer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089904" y="1920240"/>
            <a:ext cx="1810512" cy="310896"/>
          </a:xfrm>
          <a:prstGeom prst="rect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50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26480" y="192024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build-verifier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89904" y="2304288"/>
            <a:ext cx="1810512" cy="310896"/>
          </a:xfrm>
          <a:prstGeom prst="rect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50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26480" y="2304288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myfiles-reference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089904" y="2688336"/>
            <a:ext cx="1810512" cy="310896"/>
          </a:xfrm>
          <a:prstGeom prst="rect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5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6480" y="2688336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refactor-assistant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0" y="1097280"/>
            <a:ext cx="1371600" cy="347472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0" y="10972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[MEM] Memory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863840" y="1444752"/>
            <a:ext cx="13716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918704" y="1536192"/>
            <a:ext cx="1261872" cy="310896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5000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55280" y="1536192"/>
            <a:ext cx="1225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.claude/TASKS.md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7918704" y="1920240"/>
            <a:ext cx="1261872" cy="310896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5000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55280" y="1920240"/>
            <a:ext cx="12252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.claude/memory.md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463040" cy="320040"/>
          </a:xfrm>
          <a:prstGeom prst="roundRect">
            <a:avLst>
              <a:gd name="adj" fmla="val 3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TÀI LIỆU GỐC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CLAUDE.md — Bộ não của dự án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64008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🕐  Khi nào kích hoạt?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Đọc TRƯỚC TIÊN </a:t>
            </a:r>
            <a:pPr indent="0" marL="0">
              <a:buNone/>
            </a:pPr>
            <a:r>
              <a:rPr lang="en-US" sz="1150" dirty="0">
                <a:solidFill>
                  <a:srgbClr val="2E4057"/>
                </a:solidFill>
              </a:rPr>
              <a:t>mỗi khi bắt đầu bất kỳ task nào. Claude phải đọc file này để hiểu toàn bộ cấu trúc, API và convention của dự án.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2176272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176272"/>
            <a:ext cx="64008" cy="1005840"/>
          </a:xfrm>
          <a:prstGeom prst="rect">
            <a:avLst/>
          </a:prstGeom>
          <a:solidFill>
            <a:srgbClr val="016070"/>
          </a:solidFill>
          <a:ln w="12700">
            <a:solidFill>
              <a:srgbClr val="0160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194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070"/>
                </a:solidFill>
              </a:rPr>
              <a:t>[LIST]  Nhiệm vụ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251460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4057"/>
                </a:solidFill>
              </a:rPr>
              <a:t>Là specification đầy đủ: package structure, data class, API của từng layer, navigation, patterns, workflow checklist và bảng tra cứu nhanh.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3273552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273552"/>
            <a:ext cx="64008" cy="1554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2918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📌  Nội dung 11 section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36576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• §1 Project Overview (Kotlin/Compose/SDK)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385876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• §2 Package Structure (toàn bộ cây file)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05993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• §3 Data Classes + Model.kt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42611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• §4 Data Layer APIs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446227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• §5-6 ViewModel hierarchy + Navigation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46634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• §7-11 Patterns, Clipboard, Workflow, MyFiles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078992"/>
            <a:ext cx="41605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078992"/>
            <a:ext cx="64008" cy="3749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09728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</a:rPr>
              <a:t>💡  Ví dụ thực tế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46320" y="142646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Khi nhận task: "Thêm màn hình Tìm kiếm", Claude đọc CLAUDE.md và biết ngay: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28032" y="1874520"/>
            <a:ext cx="3886200" cy="384048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4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55464" y="1920240"/>
            <a:ext cx="164592" cy="164592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84064" y="187452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Screen.Search đã có trong sealed class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28032" y="2350008"/>
            <a:ext cx="388620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4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55464" y="2395728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84064" y="235000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SearchViewModel extends BaseMediaStoreViewModel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28032" y="2825496"/>
            <a:ext cx="3886200" cy="384048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4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55464" y="2871216"/>
            <a:ext cx="164592" cy="164592"/>
          </a:xfrm>
          <a:prstGeom prst="ellipse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84064" y="2825496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Gọi FileRepository.searchFiles()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28032" y="3300984"/>
            <a:ext cx="3886200" cy="384048"/>
          </a:xfrm>
          <a:prstGeom prst="rect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55464" y="3346704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84064" y="3300984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Dialog phải qua DialogManager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28032" y="3776472"/>
            <a:ext cx="3886200" cy="384048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4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55464" y="3822192"/>
            <a:ext cx="164592" cy="16459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84064" y="3776472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Sau khi xong: update CLAUDE.md §2 §8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645920" cy="320040"/>
          </a:xfrm>
          <a:prstGeom prst="roundRect">
            <a:avLst>
              <a:gd name="adj" fmla="val 34286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MEMORY SYSTEM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TASKS.md &amp; memory.md — Bộ nhớ giữa các sessions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không có persistent memory → 2 file này là nguồn sự thật duy nhất giữa các sessions.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261872"/>
            <a:ext cx="41605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261872"/>
            <a:ext cx="64008" cy="352044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801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A06B"/>
                </a:solidFill>
              </a:rPr>
              <a:t>[LIST]  .claude/TASKS.md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Khi nào kích hoạt: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19202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Đọc khi bắt đầu mỗi session mới (ngay sau CLAUDE.md). Cập nhật khi task hoàn thành.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3225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Nhiệm vụ: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26060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▸ Lịch sử 23+ task đã hoàn thành (Task #001→#023)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29077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▸ TODO list ưu tiên (Cao / Trung bình)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20954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▸ Update log theo thứ tự thời gian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51129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▸ Files đã sửa + patterns đã triển khai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840480"/>
            <a:ext cx="3749040" cy="749808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58768"/>
            <a:ext cx="3657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💡 Ví dụ: Task #015 ghi rõ SelectionState.toggle() bỏ isSelectionMode=false, chỉ nút Thoát mới gọi exit() — sessions sau không cần hỏi lại.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1261872"/>
            <a:ext cx="41605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261872"/>
            <a:ext cx="64008" cy="3520440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28016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CBF"/>
                </a:solidFill>
              </a:rPr>
              <a:t>[MEM]  .claude/memory.md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166420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Khi nào kích hoạt: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46320" y="19202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Đọc khi bắt đầu session. Ghi thêm sau quyết định design lớn hoặc khi tìm ra bug pattern mới.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322576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Nhiệm vụ: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46320" y="260604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▸ 12 Key Learnings (L001-L012)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2907792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▸ 7 Architectural Decisions (D001-D007)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209544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▸ Gotchas &amp; Common Bugs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3511296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▸ Context về user (ngôn ngữ, device, style)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840480"/>
            <a:ext cx="3794760" cy="749808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3858768"/>
            <a:ext cx="3703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💡 Ví dụ: L002 ghi "TrashManager luôn scan parent sau move" để tránh lặp lại bug MediaStore còn thấy file ở vị trí cũ.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463040" cy="320040"/>
          </a:xfrm>
          <a:prstGeom prst="roundRect">
            <a:avLst>
              <a:gd name="adj" fmla="val 34286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TÀI LIỆU GỐC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SKILLS.md &amp; CLAUDE.local.md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605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64008" cy="3749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</a:rPr>
              <a:t>⚡  SKILLS.md — Quick Reference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813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Khi nào: Xem ngay khi muốn biết skill nào cần dùng, không cần nhớ path dài.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9019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Danh sách 8 skills có thể invoke: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176272"/>
            <a:ext cx="3749040" cy="274320"/>
          </a:xfrm>
          <a:prstGeom prst="rect">
            <a:avLst/>
          </a:prstGeom>
          <a:solidFill>
            <a:srgbClr val="F4A261">
              <a:alpha val="10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7627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/task-tracking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65960" y="217627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7"/>
                </a:solidFill>
              </a:rPr>
              <a:t>Quản lý task &amp; session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505456"/>
            <a:ext cx="3749040" cy="274320"/>
          </a:xfrm>
          <a:prstGeom prst="rect">
            <a:avLst/>
          </a:prstGeom>
          <a:solidFill>
            <a:srgbClr val="F4A261">
              <a:alpha val="10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50545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/add-dialog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65960" y="250545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7"/>
                </a:solidFill>
              </a:rPr>
              <a:t>Thêm dialog qua DialogManager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3749040" cy="274320"/>
          </a:xfrm>
          <a:prstGeom prst="rect">
            <a:avLst/>
          </a:prstGeom>
          <a:solidFill>
            <a:srgbClr val="F4A261">
              <a:alpha val="10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834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/add-screen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965960" y="28346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7"/>
                </a:solidFill>
              </a:rPr>
              <a:t>Thêm screen + ViewModel mới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163824"/>
            <a:ext cx="3749040" cy="274320"/>
          </a:xfrm>
          <a:prstGeom prst="rect">
            <a:avLst/>
          </a:prstGeom>
          <a:solidFill>
            <a:srgbClr val="F4A261">
              <a:alpha val="10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16382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/add-file-operation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965960" y="316382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7"/>
                </a:solidFill>
              </a:rPr>
              <a:t>Thêm file operation mới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93008"/>
            <a:ext cx="3749040" cy="274320"/>
          </a:xfrm>
          <a:prstGeom prst="rect">
            <a:avLst/>
          </a:prstGeom>
          <a:solidFill>
            <a:srgbClr val="F4A261">
              <a:alpha val="10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4930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/logging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965960" y="34930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7"/>
                </a:solidFill>
              </a:rPr>
              <a:t>Logging qua Logger utility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3822192"/>
            <a:ext cx="3749040" cy="274320"/>
          </a:xfrm>
          <a:prstGeom prst="rect">
            <a:avLst/>
          </a:prstGeom>
          <a:solidFill>
            <a:srgbClr val="F4A261">
              <a:alpha val="10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221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/updating-claude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65960" y="38221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7"/>
                </a:solidFill>
              </a:rPr>
              <a:t>Cập nhật CLAUDE.md sau task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151376"/>
            <a:ext cx="3749040" cy="274320"/>
          </a:xfrm>
          <a:prstGeom prst="rect">
            <a:avLst/>
          </a:prstGeom>
          <a:solidFill>
            <a:srgbClr val="F4A261">
              <a:alpha val="10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15137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/mediastore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965960" y="4151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7"/>
                </a:solidFill>
              </a:rPr>
              <a:t>MediaStore &amp; File I/O guide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4480560"/>
            <a:ext cx="3749040" cy="274320"/>
          </a:xfrm>
          <a:prstGeom prst="rect">
            <a:avLst/>
          </a:prstGeom>
          <a:solidFill>
            <a:srgbClr val="F4A261">
              <a:alpha val="10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480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</a:rPr>
              <a:t>/auto-build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965960" y="4480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4057"/>
                </a:solidFill>
              </a:rPr>
              <a:t>Chạy build Gradle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1078992"/>
            <a:ext cx="41605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1078992"/>
            <a:ext cx="64008" cy="2103120"/>
          </a:xfrm>
          <a:prstGeom prst="rect">
            <a:avLst/>
          </a:prstGeom>
          <a:solidFill>
            <a:srgbClr val="6B7A8D"/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10972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D"/>
                </a:solidFill>
              </a:rPr>
              <a:t>🔒  CLAUDE.local.md — Ghi chú Local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46320" y="148132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Khi nào: Dùng cho ghi chú cá nhân của dev — không commit lên git.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46320" y="187452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• Môi trường dev local (Android Studio version, JDK)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46320" y="216712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• Quick reference file thường dùng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46320" y="2459736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• Ghi chú tạm thời giữa sessions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0" y="2752344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• KHÔNG chứa thông tin nhạy cảm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663440" y="3291840"/>
            <a:ext cx="416052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63440" y="3291840"/>
            <a:ext cx="64008" cy="15361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46320" y="331012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</a:rPr>
              <a:t>📄  README.md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846320" y="3694176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Khi nào: Khi người ngoài/contributor xem project lần đầu. Mô tả tổng quan app, cách build, cách chạy.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846320" y="425196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</a:rPr>
              <a:t>→ Không nằm trong vòng kích hoạt hàng ngày của Claude.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097280" cy="320040"/>
          </a:xfrm>
          <a:prstGeom prst="roundRect">
            <a:avLst>
              <a:gd name="adj" fmla="val 34286"/>
            </a:avLst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RULES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workflow.md — Quy trình làm việc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274320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972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🚀 BẮT ĐẦU SESSION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481328"/>
            <a:ext cx="27432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572768"/>
            <a:ext cx="256032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157276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1. Đọc CLAUDE.md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048256"/>
            <a:ext cx="256032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2048256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2. Đọc .claude/TASKS.md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523744"/>
            <a:ext cx="256032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2523744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3. Đọc .claude/memory.md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999232"/>
            <a:ext cx="256032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2999232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4. Đọc skill(s) liên quan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256032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" y="3474720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5. Xác nhận đã đọc đủ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090672" y="2331720"/>
            <a:ext cx="201168" cy="0"/>
          </a:xfrm>
          <a:prstGeom prst="line">
            <a:avLst/>
          </a:prstGeom>
          <a:noFill/>
          <a:ln w="25400">
            <a:solidFill>
              <a:srgbClr val="6B7A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546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8D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91840" y="1097280"/>
            <a:ext cx="2743200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10972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⚙️ TRONG KHI LÀM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91840" y="1481328"/>
            <a:ext cx="27432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383280" y="1572768"/>
            <a:ext cx="2560320" cy="384048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157276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Dùng TodoWrite nếu &gt; 2 bước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83280" y="2048256"/>
            <a:ext cx="2560320" cy="384048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56432" y="2048256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Mỗi lần Edit → update todo status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83280" y="2523744"/>
            <a:ext cx="2560320" cy="384048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56432" y="2523744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Không commit giữa chừng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83280" y="2999232"/>
            <a:ext cx="2560320" cy="384048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2999232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Log quyết định lớn vào memory.md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83280" y="3474720"/>
            <a:ext cx="2560320" cy="384048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56432" y="3474720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Tuân thủ MVVM convention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62472" y="2331720"/>
            <a:ext cx="201168" cy="0"/>
          </a:xfrm>
          <a:prstGeom prst="line">
            <a:avLst/>
          </a:prstGeom>
          <a:noFill/>
          <a:ln w="25400">
            <a:solidFill>
              <a:srgbClr val="6B7A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8D"/>
                </a:solidFill>
              </a:rPr>
              <a:t>▶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263640" y="1097280"/>
            <a:ext cx="2743200" cy="38404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10972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KẾT THÚC TASK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63640" y="1481328"/>
            <a:ext cx="27432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355080" y="1572768"/>
            <a:ext cx="2560320" cy="384048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3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157276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./gradlew assembleDebug → PASS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55080" y="2048256"/>
            <a:ext cx="2560320" cy="384048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3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28232" y="2048256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Cập nhật CLAUDE.md nếu có thay đổi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55080" y="2523744"/>
            <a:ext cx="2560320" cy="384048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3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28232" y="2523744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Cập nhật TASKS.md (entry mới)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2999232"/>
            <a:ext cx="2560320" cy="384048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3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28232" y="2999232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Cập nhật skill liên quan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355080" y="3474720"/>
            <a:ext cx="2560320" cy="384048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3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28232" y="3474720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4B"/>
                </a:solidFill>
              </a:rPr>
              <a:t>Báo cáo theo format ✅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20040" y="4206240"/>
            <a:ext cx="8503920" cy="777240"/>
          </a:xfrm>
          <a:prstGeom prst="rect">
            <a:avLst/>
          </a:prstGeom>
          <a:solidFill>
            <a:srgbClr val="E05252">
              <a:alpha val="10000"/>
            </a:srgbClr>
          </a:solidFill>
          <a:ln w="12700">
            <a:solidFill>
              <a:srgbClr val="E05252">
                <a:alpha val="40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224528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5252"/>
                </a:solidFill>
              </a:rPr>
              <a:t>🚫  CẤM: Commit khi build fail  ·  Xóa file không thông báo  ·  Dùng !! trong code mới  ·  Block main thread  ·  Query MediaStore trực tiếp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461772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2A06B"/>
                </a:solidFill>
              </a:rPr>
              <a:t>✅  KHUYẾN KHÍCH: Dùng skill có sẵn  ·  Logger thay Log.d  ·  Scan MediaStore sau file op  ·  Pattern từ MyFiles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097280" cy="320040"/>
          </a:xfrm>
          <a:prstGeom prst="roundRect">
            <a:avLst>
              <a:gd name="adj" fmla="val 34286"/>
            </a:avLst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RULES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kotlin-style.md &amp; compose-style.md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6052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64008" cy="376732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CBF"/>
                </a:solidFill>
              </a:rPr>
              <a:t>🎯  kotlin-style.md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Kích hoạt khi: Viết code Kotlin mới, code review, refactor.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10512"/>
            <a:ext cx="3749040" cy="384048"/>
          </a:xfrm>
          <a:prstGeom prst="rect">
            <a:avLst/>
          </a:prstGeom>
          <a:solidFill>
            <a:srgbClr val="7C5CBF">
              <a:alpha val="9000"/>
            </a:srgbClr>
          </a:solidFill>
          <a:ln w="12700">
            <a:solidFill>
              <a:srgbClr val="7C5CBF">
                <a:alpha val="2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81051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5CBF"/>
                </a:solidFill>
              </a:rPr>
              <a:t>Naming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00200" y="18105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PascalCase class · camelCase fn · UPPER_SNAKE const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267712"/>
            <a:ext cx="3749040" cy="384048"/>
          </a:xfrm>
          <a:prstGeom prst="rect">
            <a:avLst/>
          </a:prstGeom>
          <a:solidFill>
            <a:srgbClr val="7C5CBF">
              <a:alpha val="9000"/>
            </a:srgbClr>
          </a:solidFill>
          <a:ln w="12700">
            <a:solidFill>
              <a:srgbClr val="7C5CBF">
                <a:alpha val="2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26771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5CBF"/>
                </a:solidFill>
              </a:rPr>
              <a:t>Null safety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600200" y="22677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Không !! → dùng ?.let / requireNotNull / ?: return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2724912"/>
            <a:ext cx="3749040" cy="384048"/>
          </a:xfrm>
          <a:prstGeom prst="rect">
            <a:avLst/>
          </a:prstGeom>
          <a:solidFill>
            <a:srgbClr val="7C5CBF">
              <a:alpha val="9000"/>
            </a:srgbClr>
          </a:solidFill>
          <a:ln w="12700">
            <a:solidFill>
              <a:srgbClr val="7C5CBF">
                <a:alpha val="2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72491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5CBF"/>
                </a:solidFill>
              </a:rPr>
              <a:t>Coroutines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00200" y="27249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IO dispatcher cho file · Default cho CPU · Main cho UI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182112"/>
            <a:ext cx="3749040" cy="384048"/>
          </a:xfrm>
          <a:prstGeom prst="rect">
            <a:avLst/>
          </a:prstGeom>
          <a:solidFill>
            <a:srgbClr val="7C5CBF">
              <a:alpha val="9000"/>
            </a:srgbClr>
          </a:solidFill>
          <a:ln w="12700">
            <a:solidFill>
              <a:srgbClr val="7C5CBF">
                <a:alpha val="2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8211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5CBF"/>
                </a:solidFill>
              </a:rPr>
              <a:t>Collections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600200" y="31821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buildList{} · filterNotNull() · toMutableList()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639312"/>
            <a:ext cx="3749040" cy="384048"/>
          </a:xfrm>
          <a:prstGeom prst="rect">
            <a:avLst/>
          </a:prstGeom>
          <a:solidFill>
            <a:srgbClr val="7C5CBF">
              <a:alpha val="9000"/>
            </a:srgbClr>
          </a:solidFill>
          <a:ln w="12700">
            <a:solidFill>
              <a:srgbClr val="7C5CBF">
                <a:alpha val="2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63931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5CBF"/>
                </a:solidFill>
              </a:rPr>
              <a:t>Scope fn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600200" y="36393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let=transform · apply=builder · also=side effect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3749040" cy="384048"/>
          </a:xfrm>
          <a:prstGeom prst="rect">
            <a:avLst/>
          </a:prstGeom>
          <a:solidFill>
            <a:srgbClr val="7C5CBF">
              <a:alpha val="9000"/>
            </a:srgbClr>
          </a:solidFill>
          <a:ln w="12700">
            <a:solidFill>
              <a:srgbClr val="7C5CBF">
                <a:alpha val="2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09651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5CBF"/>
                </a:solidFill>
              </a:rPr>
              <a:t>Error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00200" y="40965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try/catch tại boundary · không swallow · log Exception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1078992"/>
            <a:ext cx="416052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1078992"/>
            <a:ext cx="64008" cy="37673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10972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</a:rPr>
              <a:t>🖌  compose-style.md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46320" y="146304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Kích hoạt khi: Viết Composable, cần preview, tối ưu recomposition.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46320" y="1810512"/>
            <a:ext cx="3794760" cy="384048"/>
          </a:xfrm>
          <a:prstGeom prst="rect">
            <a:avLst/>
          </a:prstGeom>
          <a:solidFill>
            <a:srgbClr val="00B4D8">
              <a:alpha val="9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0328" y="181051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4D8"/>
                </a:solidFill>
              </a:rPr>
              <a:t>Structure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035040" y="18105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Stateful wrapper + stateless content tách riêng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46320" y="2267712"/>
            <a:ext cx="3794760" cy="384048"/>
          </a:xfrm>
          <a:prstGeom prst="rect">
            <a:avLst/>
          </a:prstGeom>
          <a:solidFill>
            <a:srgbClr val="00B4D8">
              <a:alpha val="9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0328" y="226771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4D8"/>
                </a:solidFill>
              </a:rPr>
              <a:t>Side effects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035040" y="22677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LaunchedEffect(key) · DisposableEffect · SideEffect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2724912"/>
            <a:ext cx="3794760" cy="384048"/>
          </a:xfrm>
          <a:prstGeom prst="rect">
            <a:avLst/>
          </a:prstGeom>
          <a:solidFill>
            <a:srgbClr val="00B4D8">
              <a:alpha val="9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10328" y="272491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4D8"/>
                </a:solidFill>
              </a:rPr>
              <a:t>Modifier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035040" y="27249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size→padding→bg→border→clickable (thứ tự cố định)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46320" y="3182112"/>
            <a:ext cx="3794760" cy="384048"/>
          </a:xfrm>
          <a:prstGeom prst="rect">
            <a:avLst/>
          </a:prstGeom>
          <a:solidFill>
            <a:srgbClr val="00B4D8">
              <a:alpha val="9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10328" y="318211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4D8"/>
                </a:solidFill>
              </a:rPr>
              <a:t>Recompose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035040" y="31821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remember · derivedStateOf · key={it.id} trong LazyList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46320" y="3639312"/>
            <a:ext cx="3794760" cy="384048"/>
          </a:xfrm>
          <a:prstGeom prst="rect">
            <a:avLst/>
          </a:prstGeom>
          <a:solidFill>
            <a:srgbClr val="00B4D8">
              <a:alpha val="9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10328" y="363931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4D8"/>
                </a:solidFill>
              </a:rPr>
              <a:t>Material 3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035040" y="3639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KHÔNG trộn M2 + M3 · colorScheme.* · typography.*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846320" y="4096512"/>
            <a:ext cx="3794760" cy="384048"/>
          </a:xfrm>
          <a:prstGeom prst="rect">
            <a:avLst/>
          </a:prstGeom>
          <a:solidFill>
            <a:srgbClr val="00B4D8">
              <a:alpha val="9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10328" y="409651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4D8"/>
                </a:solidFill>
              </a:rPr>
              <a:t>Performance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035040" y="40965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LazyColumn/Row &gt; 20 item · AsyncImage với AppImageLoader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097280" cy="320040"/>
          </a:xfrm>
          <a:prstGeom prst="roundRect">
            <a:avLst>
              <a:gd name="adj" fmla="val 34286"/>
            </a:avLst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RULES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mvvm.md &amp; file-operations.md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6052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64008" cy="37673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</a:rPr>
              <a:t>🏗  mvvm.md — Kiến trúc MVVM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Kích hoạt khi: Tạo ViewModel mới, quyết định extend class nào.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7830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Layer separation (cứng):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0391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8090"/>
                </a:solidFill>
              </a:rPr>
              <a:t>Composable → ViewModel → Repository → MediaStore/Room/File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377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ViewModel hierarchy: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AndroidViewModel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9535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BaseFileOperationViewModel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325526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├ BaseMediaStoreViewModel  ← 10 VMs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35570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└ ArchiveViewModel  ← KHÔNG MediaStore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886200"/>
            <a:ext cx="3749040" cy="804672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904488"/>
            <a:ext cx="3657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💡 Ví dụ: FavoritesViewModel extend BaseMediaStoreViewModel để auto-reload khi file ngoài thay đổi. ArchiveViewModel chỉ extend Base vì archive không đọc MediaStore.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078992"/>
            <a:ext cx="416052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078992"/>
            <a:ext cx="64008" cy="3767328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0972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5252"/>
                </a:solidFill>
              </a:rPr>
              <a:t>📁  file-operations.md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146304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Kích hoạt khi: Thêm bất kỳ thao tác nào trên file (copy/move/xóa/nén).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810512"/>
            <a:ext cx="3794760" cy="347472"/>
          </a:xfrm>
          <a:prstGeom prst="rect">
            <a:avLst/>
          </a:prstGeom>
          <a:solidFill>
            <a:srgbClr val="E05252">
              <a:alpha val="9000"/>
            </a:srgbClr>
          </a:solidFill>
          <a:ln w="12700">
            <a:solidFill>
              <a:srgbClr val="E05252">
                <a:alpha val="2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1051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5252"/>
                </a:solidFill>
              </a:rPr>
              <a:t>COPY / MOVE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91072" y="181051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FileOperationService + scan dest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846320" y="2231136"/>
            <a:ext cx="3794760" cy="347472"/>
          </a:xfrm>
          <a:prstGeom prst="rect">
            <a:avLst/>
          </a:prstGeom>
          <a:solidFill>
            <a:srgbClr val="E05252">
              <a:alpha val="9000"/>
            </a:srgbClr>
          </a:solidFill>
          <a:ln w="12700">
            <a:solidFill>
              <a:srgbClr val="E05252">
                <a:alpha val="2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223113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5252"/>
                </a:solidFill>
              </a:rPr>
              <a:t>COMPRESS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91072" y="223113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FileOperationService + scanNewFile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2651760"/>
            <a:ext cx="3794760" cy="347472"/>
          </a:xfrm>
          <a:prstGeom prst="rect">
            <a:avLst/>
          </a:prstGeom>
          <a:solidFill>
            <a:srgbClr val="E05252">
              <a:alpha val="9000"/>
            </a:srgbClr>
          </a:solidFill>
          <a:ln w="12700">
            <a:solidFill>
              <a:srgbClr val="E05252">
                <a:alpha val="2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19472" y="265176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5252"/>
                </a:solidFill>
              </a:rPr>
              <a:t>DELETE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91072" y="26517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TrashManager.moveToTrash() (không DELETE trực tiếp)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0" y="3072384"/>
            <a:ext cx="3794760" cy="347472"/>
          </a:xfrm>
          <a:prstGeom prst="rect">
            <a:avLst/>
          </a:prstGeom>
          <a:solidFill>
            <a:srgbClr val="E05252">
              <a:alpha val="9000"/>
            </a:srgbClr>
          </a:solidFill>
          <a:ln w="12700">
            <a:solidFill>
              <a:srgbClr val="E05252">
                <a:alpha val="2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9472" y="307238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5252"/>
                </a:solidFill>
              </a:rPr>
              <a:t>RESTORE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91072" y="30723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TrashManager.restore() + scan restoredDirs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3493008"/>
            <a:ext cx="3794760" cy="347472"/>
          </a:xfrm>
          <a:prstGeom prst="rect">
            <a:avLst/>
          </a:prstGeom>
          <a:solidFill>
            <a:srgbClr val="E05252">
              <a:alpha val="9000"/>
            </a:srgbClr>
          </a:solidFill>
          <a:ln w="12700">
            <a:solidFill>
              <a:srgbClr val="E05252">
                <a:alpha val="25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9472" y="3493008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5252"/>
                </a:solidFill>
              </a:rPr>
              <a:t>CREATE FOLDER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91072" y="34930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java.io.File.mkdirs() + scanNewFile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3913632"/>
            <a:ext cx="3794760" cy="347472"/>
          </a:xfrm>
          <a:prstGeom prst="rect">
            <a:avLst/>
          </a:prstGeom>
          <a:solidFill>
            <a:srgbClr val="E05252">
              <a:alpha val="9000"/>
            </a:srgbClr>
          </a:solidFill>
          <a:ln w="12700">
            <a:solidFill>
              <a:srgbClr val="E05252">
                <a:alpha val="2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19472" y="391363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5252"/>
                </a:solidFill>
              </a:rPr>
              <a:t>RENAME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91072" y="39136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java.io.File.renameTo() + scanPaths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846320" y="4334256"/>
            <a:ext cx="3794760" cy="347472"/>
          </a:xfrm>
          <a:prstGeom prst="rect">
            <a:avLst/>
          </a:prstGeom>
          <a:solidFill>
            <a:srgbClr val="E05252">
              <a:alpha val="9000"/>
            </a:srgbClr>
          </a:solidFill>
          <a:ln w="12700">
            <a:solidFill>
              <a:srgbClr val="E05252">
                <a:alpha val="25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19472" y="43342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5252"/>
                </a:solidFill>
              </a:rPr>
              <a:t>ARCHIVE EXTRACT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91072" y="433425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ArchiveReader.extractEntries() + scan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846320" y="4764024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5252"/>
                </a:solidFill>
              </a:rPr>
              <a:t>Quy tắc vàng: Mọi file op PHẢI scan MediaStore sau khi xong!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097280" cy="320040"/>
          </a:xfrm>
          <a:prstGeom prst="roundRect">
            <a:avLst>
              <a:gd name="adj" fmla="val 34286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SKILLS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Skills: add-dialog &amp; add-screen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6052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64008" cy="37673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</a:rPr>
              <a:t>💬  add-dialog/SKILL.md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Kích hoạt khi: Cần tạo dialog mới bất kỳ (xác nhận xóa, đổi tên, mật khẩu, v.v.)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8288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</a:rPr>
              <a:t>Quy tắc CỨNG: LUÔN qua DialogManager — không viết dialog độc lập.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1214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6 bước thực hiện: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395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1. Viết Composable dialog trong ui/common/dialogs/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273405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2. Thêm DialogType enum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07238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3. Thêm data class (nếu có nhiều params)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34107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4. Thêm show*() method vào DialogManager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374904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5. Thêm case vào DialogHandler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408736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6. Gọi từ screen qua rememberDialogManager()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462272"/>
            <a:ext cx="3749040" cy="292608"/>
          </a:xfrm>
          <a:prstGeom prst="rect">
            <a:avLst/>
          </a:prstGeom>
          <a:solidFill>
            <a:srgbClr val="F4A261">
              <a:alpha val="15000"/>
            </a:srgbClr>
          </a:solidFill>
          <a:ln w="12700">
            <a:solidFill>
              <a:srgbClr val="F4A261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4805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✅ 12 dialogs hiện có: Rename, Delete, MoveToTrash, Password, Extract, Compress, CreateFolder, PasteConflict, OpenWith, Details, BatchRename...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078992"/>
            <a:ext cx="416052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078992"/>
            <a:ext cx="64008" cy="37673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0972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</a:rPr>
              <a:t>📱  add-screen/SKILL.md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46320" y="146304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Kích hoạt khi: Tạo màn hình mới (ví dụ: Cài đặt, Yêu thích, Lịch sử).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184708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5 bước thực hiện: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46320" y="2139696"/>
            <a:ext cx="379476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2139696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1. Thêm Screen entry vào sealed class (MainViewModel.kt)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2596896"/>
            <a:ext cx="379476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9472" y="2596896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2. Tạo *UiState.kt (data class + isLoading + error)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46320" y="3054096"/>
            <a:ext cx="379476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19472" y="3054096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3. Tạo *ViewModel.kt (extend BaseMediaStoreViewModel)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846320" y="3511296"/>
            <a:ext cx="379476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19472" y="3511296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4. Tạo *Screen.kt (Scaffold + Composable stateless)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46320" y="3968496"/>
            <a:ext cx="3794760" cy="384048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19472" y="3968496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5. Thêm when case trong MainActivity.kt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46320" y="4462272"/>
            <a:ext cx="3794760" cy="292608"/>
          </a:xfrm>
          <a:prstGeom prst="rect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9472" y="44805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💡 Ví dụ: Task #012 tạo UnusedAppsScreen theo đúng 5 bước này, tổng 3 file .kt + cập nhật CLAUDE.md.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097280" cy="320040"/>
          </a:xfrm>
          <a:prstGeom prst="roundRect">
            <a:avLst>
              <a:gd name="adj" fmla="val 34286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SKILLS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Skills: add-file-operation &amp; add-thumbnail-fetcher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6052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64008" cy="3767328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252"/>
                </a:solidFill>
              </a:rPr>
              <a:t>⚙️  add-file-operation/SKILL.md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Kích hoạt khi: Thêm thao tác file mới (copy/move/compress/rename/share…).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8470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Pattern luồng chạy: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121408"/>
            <a:ext cx="3749040" cy="502920"/>
          </a:xfrm>
          <a:prstGeom prst="rect">
            <a:avLst/>
          </a:prstGeom>
          <a:solidFill>
            <a:srgbClr val="E05252">
              <a:alpha val="10000"/>
            </a:srgbClr>
          </a:solidFill>
          <a:ln w="12700">
            <a:solidFill>
              <a:srgbClr val="E05252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139696"/>
            <a:ext cx="361188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 → ViewModel → FileOperationService → FileOperations.kt (Flow) → ProgressState → MediaStoreScanner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5 bước triển khai: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2980944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1. Thêm method vào FileOperations.kt (channelFlow)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2. Thêm startXxx() vào FileOperationService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36393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3. Xử lý intent trong onStartCommand()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96849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4. Thêm method vào BaseFileOperationViewModel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42976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</a:rPr>
              <a:t>5. Thêm action vào SelectionActions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626864"/>
            <a:ext cx="3749040" cy="274320"/>
          </a:xfrm>
          <a:prstGeom prst="rect">
            <a:avLst/>
          </a:prstGeom>
          <a:solidFill>
            <a:srgbClr val="E05252">
              <a:alpha val="15000"/>
            </a:srgbClr>
          </a:solidFill>
          <a:ln w="12700">
            <a:solidFill>
              <a:srgbClr val="E05252">
                <a:alpha val="3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645152"/>
            <a:ext cx="3611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💡 Ví dụ: Task #023 dùng skill này để thêm Batch Rename cho nhiều file cùng lúc.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1078992"/>
            <a:ext cx="4160520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078992"/>
            <a:ext cx="64008" cy="376732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0972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5CBF"/>
                </a:solidFill>
              </a:rPr>
              <a:t>🖼  add-thumbnail-fetcher/SKILL.md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146304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Kích hoạt khi: Cần load thumbnail cho file type chưa hỗ trợ (PDF, EPUB, SVG…).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184708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057"/>
                </a:solidFill>
              </a:rPr>
              <a:t>Kiến trúc fetcher hiện tại: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846320" y="2139696"/>
            <a:ext cx="3794760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3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2139696"/>
            <a:ext cx="3639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VideoThumbnailFetcher → ThumbnailData.Video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2505456"/>
            <a:ext cx="3794760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3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9472" y="2505456"/>
            <a:ext cx="3639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AudioThumbnailFetcher → ThumbnailData.Audio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871216"/>
            <a:ext cx="3794760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3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2871216"/>
            <a:ext cx="3639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ApkThumbnailFetcher → ThumbnailData.Apk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0" y="3236976"/>
            <a:ext cx="3794760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3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9472" y="3236976"/>
            <a:ext cx="3639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ArchiveThumbnailFetcher → ThumbnailData.Archive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46320" y="3657600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5252"/>
                </a:solidFill>
              </a:rPr>
              <a:t>Common pitfalls: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46320" y="3931920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5252"/>
                </a:solidFill>
              </a:rPr>
              <a:t>⚠ Quên check path.isNotEmpty() → crash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46320" y="4151376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5252"/>
                </a:solidFill>
              </a:rPr>
              <a:t>⚠ Không register factory → sai thumbnail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0" y="4370832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5252"/>
                </a:solidFill>
              </a:rPr>
              <a:t>⚠ Blocking main thread trong extractBitmap()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46320" y="4590288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5252"/>
                </a:solidFill>
              </a:rPr>
              <a:t>⚠ Content URI crash MediaMetadataRetriever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097280" cy="320040"/>
          </a:xfrm>
          <a:prstGeom prst="roundRect">
            <a:avLst>
              <a:gd name="adj" fmla="val 34286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SKILLS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Skills: logging · mediastore · updating-claude · task-tracking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97280"/>
            <a:ext cx="64008" cy="1783080"/>
          </a:xfrm>
          <a:prstGeom prst="rect">
            <a:avLst/>
          </a:prstGeom>
          <a:solidFill>
            <a:srgbClr val="2E4057"/>
          </a:solidFill>
          <a:ln w="12700">
            <a:solidFill>
              <a:srgbClr val="2E40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15568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057"/>
                </a:solidFill>
              </a:rPr>
              <a:t>📝  logging/SKILL.md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44475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⏰ Khi thêm code mới bất kỳ — log entry/exit/error.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1755648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📌 Dùng Logger("Tag") — KHÔNG Log.d raw. TRUYỀN exception khi log.e()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176272"/>
            <a:ext cx="3794760" cy="594360"/>
          </a:xfrm>
          <a:prstGeom prst="rect">
            <a:avLst/>
          </a:prstGeom>
          <a:solidFill>
            <a:srgbClr val="2E4057">
              <a:alpha val="10000"/>
            </a:srgbClr>
          </a:solidFill>
          <a:ln w="12700">
            <a:solidFill>
              <a:srgbClr val="2E4057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94560"/>
            <a:ext cx="370332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💡 log.e("fetch failed: path=$path", e)  ← đúng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Log.d("TAG", "msg")  ← sai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0972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115568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🗄  mediastore/SKILL.md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144475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⏰ Khi đọc file list, thao tác file, notify app khác về thay đổi.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46320" y="1755648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📌 KHÔNG query MediaStore trực tiếp → luôn qua FileRepository. Luôn scan sau mọi file op.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2176272"/>
            <a:ext cx="3794760" cy="594360"/>
          </a:xfrm>
          <a:prstGeom prst="rect">
            <a:avLst/>
          </a:prstGeom>
          <a:solidFill>
            <a:srgbClr val="028090">
              <a:alpha val="1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194560"/>
            <a:ext cx="370332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💡 repository.getFilesByType(FileType.IMAGE)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MediaStoreScanner.scanPaths(ctx, paths)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06324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063240"/>
            <a:ext cx="64008" cy="178308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81528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A06B"/>
                </a:solidFill>
              </a:rPr>
              <a:t>🔄  updating-claude/SKILL.md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341071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⏰ Sau mỗi task hoàn thành (build OK) — cập nhật documentation.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3721608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📌 Luồng: Build OK → TASKS.md → CLAUDE.md → Skills → Commit. KHÔNG bao giờ commit mà không cập nhật CLAUDE.md.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142232"/>
            <a:ext cx="3794760" cy="594360"/>
          </a:xfrm>
          <a:prstGeom prst="rect">
            <a:avLst/>
          </a:prstGeom>
          <a:solidFill>
            <a:srgbClr val="22A06B">
              <a:alpha val="10000"/>
            </a:srgbClr>
          </a:solidFill>
          <a:ln w="12700">
            <a:solidFill>
              <a:srgbClr val="22A06B">
                <a:alpha val="3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160520"/>
            <a:ext cx="370332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💡 §2 thêm file mới · §4 thêm API mới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§7 thêm ViewModel · §8 thêm Screen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306324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3063240"/>
            <a:ext cx="64008" cy="17830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081528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</a:rPr>
              <a:t>📌  task-tracking/SKILL.md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341071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⏰ Bắt đầu session mới / bắt đầu task mới / hoàn thành task.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46320" y="3721608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📌 TASKS.md là memory duy nhất giữa sessions. Task phải đánh số #001, #002… để dễ reference.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0" y="4142232"/>
            <a:ext cx="3794760" cy="594360"/>
          </a:xfrm>
          <a:prstGeom prst="rect">
            <a:avLst/>
          </a:prstGeom>
          <a:solidFill>
            <a:srgbClr val="F4A261">
              <a:alpha val="10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4160520"/>
            <a:ext cx="370332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💡 TODO: [ ] task mới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Đang làm: Task #024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Xong: Task #023 → vào "Đã hoàn thành"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097280" cy="320040"/>
          </a:xfrm>
          <a:prstGeom prst="roundRect">
            <a:avLst>
              <a:gd name="adj" fmla="val 34286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— 4 persona chuyên biệt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D"/>
                </a:solidFill>
              </a:rPr>
              <a:t>Agent = Claude instance chuyên biệt với tools cụ thể. Kích hoạt khi task cần vai trò riêng.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280160"/>
            <a:ext cx="4160520" cy="1709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280160"/>
            <a:ext cx="64008" cy="17099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9844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🔍  code-reviewer.md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09344"/>
            <a:ext cx="3794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D"/>
                </a:solidFill>
              </a:rPr>
              <a:t>Tools: Read · Grep · Glob · Bash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184708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⏰ Sau khi viết code mới hoặc refactor lớn.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2130552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Kiểm tra 6 nhóm: Architecture, Kotlin, Compose, File-ops, Room, Selection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2386584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Output: ✅ Điểm tốt / ⚠️ Vấn đề [High/Med/Low] / 💡 Gợi ý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2642616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Kết luận: APPROVED / NEEDS CHANGES / BLOCKED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4160520" cy="1709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280160"/>
            <a:ext cx="64008" cy="170992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29844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A06B"/>
                </a:solidFill>
              </a:rPr>
              <a:t>🏗  build-verifier.md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1609344"/>
            <a:ext cx="3794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D"/>
                </a:solidFill>
              </a:rPr>
              <a:t>Tools: Bash · Read · Grep · Glob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46320" y="184708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⏰ Sau mỗi thay đổi code lớn để verify build.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46320" y="2130552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Chạy ./gradlew assembleDebug (hoặc fallback :app:compileDebugKotlin)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46320" y="2386584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Parse: BUILD SUCCESSFUL / FAILED · Unresolved reference · Type mismatch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46320" y="2642616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Report lỗi với context 3-5 dòng + Fix đề xuất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3154680"/>
            <a:ext cx="4160520" cy="1709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154680"/>
            <a:ext cx="64008" cy="170992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17296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5CBF"/>
                </a:solidFill>
              </a:rPr>
              <a:t>📚  myfiles-reference.md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483864"/>
            <a:ext cx="3794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D"/>
                </a:solidFill>
              </a:rPr>
              <a:t>Tools: Read · Grep · Glob · Bash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72160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⏰ Khi port feature từ Samsung MyFiles hoặc cần hiểu pattern gốc.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" y="4005072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Search Grep trong MyFiles codebase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261104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Identify pattern: Samsung-only? View/XML? Callback? Java-ish?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2920" y="4517136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Output: File gốc + Logic cốt lõi + Port sang CodeVui skeleton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154680"/>
            <a:ext cx="4160520" cy="1709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3154680"/>
            <a:ext cx="64008" cy="17099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17296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</a:rPr>
              <a:t>♻️  refactor-assistant.md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46320" y="3483864"/>
            <a:ext cx="3794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D"/>
                </a:solidFill>
              </a:rPr>
              <a:t>Tools: Read · Edit · Grep · Glob · Bash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846320" y="372160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4057"/>
                </a:solidFill>
              </a:rPr>
              <a:t>⏰ Khi cần extract class, rename, chuyển pattern (Java-ish → idiomatic).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46320" y="4005072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6 loại refactor: UiState, stateless composable, Repository, Flow, nullable callback, Base ViewModel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46320" y="4261104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Quy trình: Read → Analyze → Plan → Propose diff → Apply → Verify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46320" y="4517136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1B4B"/>
                </a:solidFill>
              </a:rPr>
              <a:t>• KHÔNG tự ý rename public API · KHÔNG xóa code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828800" cy="320040"/>
          </a:xfrm>
          <a:prstGeom prst="roundRect">
            <a:avLst>
              <a:gd name="adj" fmla="val 3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SKILLS + WORKFLOW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auto-build/SKILL.md &amp; Luồng kích hoạt tổng hợp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60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64008" cy="132588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97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A06B"/>
                </a:solidFill>
              </a:rPr>
              <a:t>🔨  auto-build/SKILL.md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4264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</a:rPr>
              <a:t>Kích hoạt khi: Cuối task — verify build trước khi commit.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7007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./gradlew assembleDebug --no-daemon  →  BUILD SUCCESSFUL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20116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</a:rPr>
              <a:t>Fallback: clean assembleDebug nếu có lỗi cache/KSP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505456"/>
            <a:ext cx="85039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9E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505456"/>
            <a:ext cx="64008" cy="2423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542032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⏱  Luồng kích hoạt theo vòng đời 1 task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2944368"/>
            <a:ext cx="1097280" cy="2926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9443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1. Nhận task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3273552"/>
            <a:ext cx="1097280" cy="310896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" y="327355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CLAUDE.md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639312"/>
            <a:ext cx="1097280" cy="310896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363931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TASKS.md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" y="4005072"/>
            <a:ext cx="1097280" cy="310896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400507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memory.md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527048" y="2999232"/>
            <a:ext cx="109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D"/>
                </a:solidFill>
              </a:rPr>
              <a:t>→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609344" y="2944368"/>
            <a:ext cx="1097280" cy="2926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609344" y="29443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2. Chọn skill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609344" y="3273552"/>
            <a:ext cx="1097280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45920" y="327355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SKILLS.md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09344" y="3639312"/>
            <a:ext cx="1097280" cy="310896"/>
          </a:xfrm>
          <a:prstGeom prst="rect">
            <a:avLst/>
          </a:prstGeom>
          <a:solidFill>
            <a:srgbClr val="F4A261">
              <a:alpha val="12000"/>
            </a:srgbClr>
          </a:solidFill>
          <a:ln w="12700">
            <a:solidFill>
              <a:srgbClr val="F4A261">
                <a:alpha val="3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45920" y="363931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skill/*.md liên quan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724912" y="2999232"/>
            <a:ext cx="109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D"/>
                </a:solidFill>
              </a:rPr>
              <a:t>→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07208" y="2944368"/>
            <a:ext cx="1097280" cy="29260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07208" y="29443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3. Code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807208" y="3273552"/>
            <a:ext cx="1097280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3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43784" y="327355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rules/mvvm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807208" y="3639312"/>
            <a:ext cx="1097280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3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43784" y="363931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rules/kotlin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807208" y="4005072"/>
            <a:ext cx="1097280" cy="310896"/>
          </a:xfrm>
          <a:prstGeom prst="rect">
            <a:avLst/>
          </a:prstGeom>
          <a:solidFill>
            <a:srgbClr val="7C5CBF">
              <a:alpha val="12000"/>
            </a:srgbClr>
          </a:solidFill>
          <a:ln w="12700">
            <a:solidFill>
              <a:srgbClr val="7C5CBF">
                <a:alpha val="3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43784" y="400507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rules/compose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922776" y="2999232"/>
            <a:ext cx="109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D"/>
                </a:solidFill>
              </a:rPr>
              <a:t>→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005072" y="2944368"/>
            <a:ext cx="1097280" cy="292608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05072" y="29443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4. File ops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005072" y="3273552"/>
            <a:ext cx="1097280" cy="310896"/>
          </a:xfrm>
          <a:prstGeom prst="rect">
            <a:avLst/>
          </a:prstGeom>
          <a:solidFill>
            <a:srgbClr val="E05252">
              <a:alpha val="12000"/>
            </a:srgbClr>
          </a:solidFill>
          <a:ln w="12700">
            <a:solidFill>
              <a:srgbClr val="E05252">
                <a:alpha val="3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41648" y="327355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file-operations.md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005072" y="3639312"/>
            <a:ext cx="1097280" cy="310896"/>
          </a:xfrm>
          <a:prstGeom prst="rect">
            <a:avLst/>
          </a:prstGeom>
          <a:solidFill>
            <a:srgbClr val="E05252">
              <a:alpha val="12000"/>
            </a:srgbClr>
          </a:solidFill>
          <a:ln w="12700">
            <a:solidFill>
              <a:srgbClr val="E05252">
                <a:alpha val="3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41648" y="363931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mediastore.md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120640" y="2999232"/>
            <a:ext cx="109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D"/>
                </a:solidFill>
              </a:rPr>
              <a:t>→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202936" y="2944368"/>
            <a:ext cx="1097280" cy="292608"/>
          </a:xfrm>
          <a:prstGeom prst="rect">
            <a:avLst/>
          </a:prstGeom>
          <a:solidFill>
            <a:srgbClr val="6B7A8D"/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02936" y="29443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5. Log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202936" y="3273552"/>
            <a:ext cx="1097280" cy="310896"/>
          </a:xfrm>
          <a:prstGeom prst="rect">
            <a:avLst/>
          </a:prstGeom>
          <a:solidFill>
            <a:srgbClr val="6B7A8D">
              <a:alpha val="12000"/>
            </a:srgbClr>
          </a:solidFill>
          <a:ln w="12700">
            <a:solidFill>
              <a:srgbClr val="6B7A8D">
                <a:alpha val="30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39512" y="327355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logging/SKILL.md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318504" y="2999232"/>
            <a:ext cx="109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D"/>
                </a:solidFill>
              </a:rPr>
              <a:t>→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400800" y="2944368"/>
            <a:ext cx="1097280" cy="29260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00800" y="29443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6. Build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400800" y="3273552"/>
            <a:ext cx="1097280" cy="310896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30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37376" y="327355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auto-build/SKILL.md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400800" y="3639312"/>
            <a:ext cx="1097280" cy="310896"/>
          </a:xfrm>
          <a:prstGeom prst="rect">
            <a:avLst/>
          </a:prstGeom>
          <a:solidFill>
            <a:srgbClr val="22A06B">
              <a:alpha val="12000"/>
            </a:srgbClr>
          </a:solidFill>
          <a:ln w="12700">
            <a:solidFill>
              <a:srgbClr val="22A06B">
                <a:alpha val="30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37376" y="363931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build-verifier agent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516368" y="2999232"/>
            <a:ext cx="109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D"/>
                </a:solidFill>
              </a:rPr>
              <a:t>→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98664" y="2944368"/>
            <a:ext cx="109728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98664" y="29443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7. Docs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598664" y="3273552"/>
            <a:ext cx="1097280" cy="310896"/>
          </a:xfrm>
          <a:prstGeom prst="rect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3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35240" y="327355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updating-claude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598664" y="3639312"/>
            <a:ext cx="1097280" cy="310896"/>
          </a:xfrm>
          <a:prstGeom prst="rect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3000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635240" y="3639312"/>
            <a:ext cx="1051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4B"/>
                </a:solidFill>
              </a:rPr>
              <a:t>task-tracking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sánh: khi nào dùng file nào?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60520" cy="338328"/>
          </a:xfrm>
          <a:prstGeom prst="rect">
            <a:avLst/>
          </a:prstGeom>
          <a:solidFill>
            <a:srgbClr val="028090">
              <a:alpha val="9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04672"/>
            <a:ext cx="64008" cy="3383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" y="804672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muốn biết cấu trúc codebase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606040" y="804672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</a:rPr>
              <a:t>→ CLAUDE.md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1197864"/>
            <a:ext cx="4160520" cy="338328"/>
          </a:xfrm>
          <a:prstGeom prst="rect">
            <a:avLst/>
          </a:prstGeom>
          <a:solidFill>
            <a:srgbClr val="22A06B">
              <a:alpha val="9000"/>
            </a:srgbClr>
          </a:solidFill>
          <a:ln w="12700">
            <a:solidFill>
              <a:srgbClr val="22A06B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197864"/>
            <a:ext cx="64008" cy="33832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97864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muốn biết task đã làm / cần làm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06040" y="1197864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A06B"/>
                </a:solidFill>
              </a:rPr>
              <a:t>→ TASKS.md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1591056"/>
            <a:ext cx="4160520" cy="338328"/>
          </a:xfrm>
          <a:prstGeom prst="rect">
            <a:avLst/>
          </a:prstGeom>
          <a:solidFill>
            <a:srgbClr val="7C5CBF">
              <a:alpha val="9000"/>
            </a:srgbClr>
          </a:solidFill>
          <a:ln w="12700">
            <a:solidFill>
              <a:srgbClr val="7C5CBF">
                <a:alpha val="2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591056"/>
            <a:ext cx="64008" cy="33832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1591056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muốn tránh bug đã gặp trước đó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1591056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5CBF"/>
                </a:solidFill>
              </a:rPr>
              <a:t>→ memory.md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1984248"/>
            <a:ext cx="4160520" cy="338328"/>
          </a:xfrm>
          <a:prstGeom prst="rect">
            <a:avLst/>
          </a:prstGeom>
          <a:solidFill>
            <a:srgbClr val="F4A261">
              <a:alpha val="9000"/>
            </a:srgbClr>
          </a:solidFill>
          <a:ln w="12700">
            <a:solidFill>
              <a:srgbClr val="F4A261">
                <a:alpha val="2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984248"/>
            <a:ext cx="64008" cy="3383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" y="1984248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cần tạo dialog mới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06040" y="1984248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A261"/>
                </a:solidFill>
              </a:rPr>
              <a:t>→ add-dialog/SKILL.md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377440"/>
            <a:ext cx="4160520" cy="338328"/>
          </a:xfrm>
          <a:prstGeom prst="rect">
            <a:avLst/>
          </a:prstGeom>
          <a:solidFill>
            <a:srgbClr val="F4A261">
              <a:alpha val="9000"/>
            </a:srgbClr>
          </a:solidFill>
          <a:ln w="12700">
            <a:solidFill>
              <a:srgbClr val="F4A261">
                <a:alpha val="2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377440"/>
            <a:ext cx="64008" cy="3383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2377440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cần tạo màn hình mới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06040" y="2377440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A261"/>
                </a:solidFill>
              </a:rPr>
              <a:t>→ add-screen/SKILL.md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2770632"/>
            <a:ext cx="4160520" cy="338328"/>
          </a:xfrm>
          <a:prstGeom prst="rect">
            <a:avLst/>
          </a:prstGeom>
          <a:solidFill>
            <a:srgbClr val="E05252">
              <a:alpha val="9000"/>
            </a:srgbClr>
          </a:solidFill>
          <a:ln w="12700">
            <a:solidFill>
              <a:srgbClr val="E05252">
                <a:alpha val="2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770632"/>
            <a:ext cx="64008" cy="338328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" y="2770632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cần thêm file operation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06040" y="2770632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5252"/>
                </a:solidFill>
              </a:rPr>
              <a:t>→ add-file-operation/SKILL.md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3163824"/>
            <a:ext cx="4160520" cy="338328"/>
          </a:xfrm>
          <a:prstGeom prst="rect">
            <a:avLst/>
          </a:prstGeom>
          <a:solidFill>
            <a:srgbClr val="7C5CBF">
              <a:alpha val="9000"/>
            </a:srgbClr>
          </a:solidFill>
          <a:ln w="12700">
            <a:solidFill>
              <a:srgbClr val="7C5CBF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" y="3163824"/>
            <a:ext cx="64008" cy="33832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8056" y="3163824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cần thêm thumbnail mới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606040" y="3163824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5CBF"/>
                </a:solidFill>
              </a:rPr>
              <a:t>→ add-thumbnail-fetcher/SKILL.md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804672"/>
            <a:ext cx="4160520" cy="338328"/>
          </a:xfrm>
          <a:prstGeom prst="rect">
            <a:avLst/>
          </a:prstGeom>
          <a:solidFill>
            <a:srgbClr val="2E4057">
              <a:alpha val="9000"/>
            </a:srgbClr>
          </a:solidFill>
          <a:ln w="12700">
            <a:solidFill>
              <a:srgbClr val="2E4057">
                <a:alpha val="2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804672"/>
            <a:ext cx="64008" cy="338328"/>
          </a:xfrm>
          <a:prstGeom prst="rect">
            <a:avLst/>
          </a:prstGeom>
          <a:solidFill>
            <a:srgbClr val="2E4057"/>
          </a:solidFill>
          <a:ln w="12700">
            <a:solidFill>
              <a:srgbClr val="2E405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91456" y="804672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cần viết log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49440" y="804672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4057"/>
                </a:solidFill>
              </a:rPr>
              <a:t>→ logging/SKILL.md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63440" y="1197864"/>
            <a:ext cx="4160520" cy="338328"/>
          </a:xfrm>
          <a:prstGeom prst="rect">
            <a:avLst/>
          </a:prstGeom>
          <a:solidFill>
            <a:srgbClr val="00B4D8">
              <a:alpha val="9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63440" y="1197864"/>
            <a:ext cx="64008" cy="3383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91456" y="1197864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vừa hoàn thành task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49440" y="1197864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</a:rPr>
              <a:t>→ updating-claude + task-tracking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1591056"/>
            <a:ext cx="4160520" cy="338328"/>
          </a:xfrm>
          <a:prstGeom prst="rect">
            <a:avLst/>
          </a:prstGeom>
          <a:solidFill>
            <a:srgbClr val="028090">
              <a:alpha val="9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0" y="1591056"/>
            <a:ext cx="64008" cy="3383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91456" y="1591056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muốn review code mình vừa viết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49440" y="1591056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</a:rPr>
              <a:t>→ code-reviewer agent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63440" y="1984248"/>
            <a:ext cx="4160520" cy="338328"/>
          </a:xfrm>
          <a:prstGeom prst="rect">
            <a:avLst/>
          </a:prstGeom>
          <a:solidFill>
            <a:srgbClr val="22A06B">
              <a:alpha val="9000"/>
            </a:srgbClr>
          </a:solidFill>
          <a:ln w="12700">
            <a:solidFill>
              <a:srgbClr val="22A06B">
                <a:alpha val="2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3440" y="1984248"/>
            <a:ext cx="64008" cy="338328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91456" y="1984248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muốn verify build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9440" y="1984248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A06B"/>
                </a:solidFill>
              </a:rPr>
              <a:t>→ build-verifier agent + auto-build skill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663440" y="2377440"/>
            <a:ext cx="4160520" cy="338328"/>
          </a:xfrm>
          <a:prstGeom prst="rect">
            <a:avLst/>
          </a:prstGeom>
          <a:solidFill>
            <a:srgbClr val="7C5CBF">
              <a:alpha val="9000"/>
            </a:srgbClr>
          </a:solidFill>
          <a:ln w="12700">
            <a:solidFill>
              <a:srgbClr val="7C5CBF">
                <a:alpha val="2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63440" y="2377440"/>
            <a:ext cx="64008" cy="338328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91456" y="2377440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muốn port feature từ MyFiles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949440" y="2377440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5CBF"/>
                </a:solidFill>
              </a:rPr>
              <a:t>→ myfiles-reference agent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663440" y="2770632"/>
            <a:ext cx="4160520" cy="338328"/>
          </a:xfrm>
          <a:prstGeom prst="rect">
            <a:avLst/>
          </a:prstGeom>
          <a:solidFill>
            <a:srgbClr val="F4A261">
              <a:alpha val="9000"/>
            </a:srgbClr>
          </a:solidFill>
          <a:ln w="12700">
            <a:solidFill>
              <a:srgbClr val="F4A261">
                <a:alpha val="25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63440" y="2770632"/>
            <a:ext cx="64008" cy="3383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91456" y="2770632"/>
            <a:ext cx="21488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1B4B"/>
                </a:solidFill>
              </a:rPr>
              <a:t>Tôi muốn refactor code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949440" y="2770632"/>
            <a:ext cx="18288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4A261"/>
                </a:solidFill>
              </a:rPr>
              <a:t>→ refactor-assistant agent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16070"/>
          </a:solidFill>
          <a:ln w="12700">
            <a:solidFill>
              <a:srgbClr val="01607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Tóm tắt — Hệ thống tài liệu CodeVui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028090">
              <a:alpha val="18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64008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9601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📘  CLAUDE.md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31673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8F0"/>
                </a:solidFill>
              </a:rPr>
              <a:t>Đọc ĐẦU TIÊN mỗi session. Project spec đầy đủ 11 section.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993392"/>
            <a:ext cx="8412480" cy="914400"/>
          </a:xfrm>
          <a:prstGeom prst="rect">
            <a:avLst/>
          </a:prstGeom>
          <a:solidFill>
            <a:srgbClr val="22A06B">
              <a:alpha val="18000"/>
            </a:srgbClr>
          </a:solidFill>
          <a:ln w="12700">
            <a:solidFill>
              <a:srgbClr val="22A06B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93392"/>
            <a:ext cx="64008" cy="914400"/>
          </a:xfrm>
          <a:prstGeom prst="rect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03911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🧠  TASKS.md + memory.md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239572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8F0"/>
                </a:solidFill>
              </a:rPr>
              <a:t>Bộ nhớ dài hạn. Lịch sử 23 task + 12 learnings + 7 design decisions.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072384"/>
            <a:ext cx="8412480" cy="914400"/>
          </a:xfrm>
          <a:prstGeom prst="rect">
            <a:avLst/>
          </a:prstGeom>
          <a:solidFill>
            <a:srgbClr val="7C5CBF">
              <a:alpha val="18000"/>
            </a:srgbClr>
          </a:solidFill>
          <a:ln w="12700">
            <a:solidFill>
              <a:srgbClr val="7C5CBF">
                <a:alpha val="5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072384"/>
            <a:ext cx="64008" cy="914400"/>
          </a:xfrm>
          <a:prstGeom prst="rect">
            <a:avLst/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11810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📋  5 Rules files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34747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8F0"/>
                </a:solidFill>
              </a:rPr>
              <a:t>workflow · kotlin-style · compose-style · mvvm · file-operations. Đọc khi viết code.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069080"/>
            <a:ext cx="4069080" cy="914400"/>
          </a:xfrm>
          <a:prstGeom prst="rect">
            <a:avLst/>
          </a:prstGeom>
          <a:solidFill>
            <a:srgbClr val="F4A261">
              <a:alpha val="18000"/>
            </a:srgbClr>
          </a:solidFill>
          <a:ln w="12700">
            <a:solidFill>
              <a:srgbClr val="F4A261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069080"/>
            <a:ext cx="64008" cy="9144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11480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🛠  9 Skills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4471416"/>
            <a:ext cx="3886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8F0"/>
                </a:solidFill>
              </a:rPr>
              <a:t>add-dialog · add-screen · add-file-op · thumbnail · logging · mediastore · updating · task · build.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4069080"/>
            <a:ext cx="4069080" cy="914400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09160" y="4069080"/>
            <a:ext cx="64008" cy="914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411480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🤖  4 Agents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46320" y="4471416"/>
            <a:ext cx="3886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E8F0"/>
                </a:solidFill>
              </a:rPr>
              <a:t>code-reviewer · build-verifier · myfiles-reference · refactor-assistant. Mỗi agent 1 vai trò.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55280" y="48463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Tài liệu .md trong dự án CodeVui</dc:title>
  <dc:subject>PptxGenJS Presentation</dc:subject>
  <dc:creator>CodeVui</dc:creator>
  <cp:lastModifiedBy>CodeVui</cp:lastModifiedBy>
  <cp:revision>1</cp:revision>
  <dcterms:created xsi:type="dcterms:W3CDTF">2026-04-13T15:13:19Z</dcterms:created>
  <dcterms:modified xsi:type="dcterms:W3CDTF">2026-04-13T15:13:19Z</dcterms:modified>
</cp:coreProperties>
</file>